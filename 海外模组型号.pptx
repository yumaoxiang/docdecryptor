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handoutMasterIdLst>
    <p:handoutMasterId r:id="rId7"/>
  </p:handoutMasterIdLst>
  <p:sldIdLst>
    <p:sldId id="263" r:id="rId4"/>
    <p:sldId id="264" r:id="rId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A4A3A4"/>
          </p15:clr>
        </p15:guide>
        <p15:guide id="2" pos="37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ujun chu" initials="zc" lastIdx="0" clrIdx="0"/>
  <p:cmAuthor id="2" name="jiamin" initials="j" lastIdx="0" clrIdx="1"/>
  <p:cmAuthor id="3" name="Mia Vida Villanueva" initials="MVV" lastIdx="0" clrIdx="2"/>
  <p:cmAuthor id="4" name="1206988966@qq.com" initials="1" lastIdx="0" clrIdx="3"/>
  <p:cmAuthor id="5" name="姜伟光" initials="姜" lastIdx="0" clrIdx="4"/>
  <p:cmAuthor id="6" name="何佳_mIRzBnqA" initials="authorId_566910575" lastIdx="0" clrIdx="5"/>
  <p:cmAuthor id="7" name="张玉龙_3mUfMVny" initials="authorId_1105136802" lastIdx="0" clrIdx="6"/>
  <p:cmAuthor id="8" name="Celine" initials="C" lastIdx="0" clrIdx="7"/>
  <p:cmAuthor id="9" name="ming qiu" initials="m" lastIdx="0" clrIdx="8"/>
  <p:cmAuthor id="10" name="张辉Terry_ua2aQVVB" initials="authorId_560641982" lastIdx="0" clrIdx="9"/>
  <p:cmAuthor id="11" name="tuyuanyuan" initials="t" lastIdx="0" clrIdx="10"/>
  <p:cmAuthor id="12" name="Dell" initials="D" lastIdx="0" clrIdx="11"/>
  <p:cmAuthor id="13" name="lenovo" initials="l" lastIdx="0" clrIdx="12"/>
  <p:cmAuthor id="14" name="lsd" initials="l" lastIdx="0" clrIdx="13"/>
  <p:cmAuthor id="15" name="作者" initials="A" lastIdx="0" clrIdx="14"/>
  <p:cmAuthor id="16" name="10303" initials="1" lastIdx="0" clrIdx="15"/>
  <p:cmAuthor id="17" name="think" initials="t" lastIdx="0" clrIdx="16"/>
  <p:cmAuthor id="18" name="Li Guoliang" initials="L" lastIdx="0" clrIdx="17"/>
  <p:cmAuthor id="19" name="10077969" initials="10077969" lastIdx="0" clrIdx="18"/>
  <p:cmAuthor id="20" name="康浩杰|hnkanghaojie" initials="A" lastIdx="0" clrIdx="19"/>
  <p:cmAuthor id="21" name="孟伟伟" initials="孟" lastIdx="0" clrIdx="20"/>
  <p:cmAuthor id="22" name="37918" initials="3" lastIdx="0" clrIdx="21"/>
  <p:cmAuthor id="23" name="郑茂满" initials="Y" lastIdx="0" clrIdx="22"/>
  <p:cmAuthor id="24" name="Saku Uchikawa" initials="S" lastIdx="0" clrIdx="23"/>
  <p:cmAuthor id="25" name="许明" initials="许" lastIdx="0" clrIdx="24"/>
  <p:cmAuthor id="26" name="zhong zhong" initials="zz" lastIdx="0" clrIdx="25"/>
  <p:cmAuthor id="27" name="蔡建楠" initials="caijianna" lastIdx="0" clrIdx="26"/>
  <p:cmAuthor id="28" name="刘瑞00088457" initials="刘瑞00088457" lastIdx="0" clrIdx="27"/>
  <p:cmAuthor id="29" name="李蕾00009994" initials="李" lastIdx="0" clrIdx="28"/>
  <p:cmAuthor id="30" name="wyz" initials="w" lastIdx="0" clrIdx="29"/>
  <p:cmAuthor id="31" name="10270945" initials="1" lastIdx="0" clrIdx="30"/>
  <p:cmAuthor id="32" name="10295142" initials="1" lastIdx="0" clrIdx="31"/>
  <p:cmAuthor id="33" name="Hou Yingfeng" initials="H" lastIdx="0" clrIdx="32"/>
  <p:cmAuthor id="34" name="10092001" initials="1" lastIdx="0" clrIdx="33"/>
  <p:cmAuthor id="35" name="10056791" initials="ZTE" lastIdx="0" clrIdx="34"/>
  <p:cmAuthor id="36" name="Author" initials="A" lastIdx="0" clrIdx="35"/>
  <p:cmAuthor id="37" name="李楠10047711" initials="李楠10047711" lastIdx="0" clrIdx="36"/>
  <p:cmAuthor id="38" name="许 志军" initials="许" lastIdx="0" clrIdx="37"/>
  <p:cmAuthor id="39" name="10045953" initials="1" lastIdx="0" clrIdx="38"/>
  <p:cmAuthor id="40" name="欧 志芳" initials="欧" lastIdx="0" clrIdx="39"/>
  <p:cmAuthor id="41" name="HP" initials="H" lastIdx="0" clrIdx="40"/>
  <p:cmAuthor id="42" name="培源" initials="培源" lastIdx="0" clrIdx="41"/>
  <p:cmAuthor id="43" name="g c" initials="gc" lastIdx="0" clrIdx="42"/>
  <p:cmAuthor id="44" name="Gu" initials="Y" lastIdx="0" clrIdx="43"/>
  <p:cmAuthor id="45" name="关全全10258021" initials="关全全10258021" lastIdx="0" clrIdx="44"/>
  <p:cmAuthor id="46" name="未知的使用者122" initials="未" lastIdx="0" clrIdx="45"/>
  <p:cmAuthor id="47" name="未知的使用者123" initials="未" lastIdx="0" clrIdx="46"/>
  <p:cmAuthor id="48" name="韩晓宇00207529" initials="韩" lastIdx="0" clrIdx="47"/>
  <p:cmAuthor id="49" name="李苗苗00086641" initials="李" lastIdx="0" clrIdx="48"/>
  <p:cmAuthor id="50" name="CHENG VENKI" initials="C" lastIdx="0" clrIdx="49"/>
  <p:cmAuthor id="51" name="10006509" initials="1" lastIdx="0" clrIdx="50"/>
  <p:cmAuthor id="52" name="徐琳00159163" initials="徐" lastIdx="0" clrIdx="51"/>
  <p:cmAuthor id="53" name="WuWanLing" initials="W" lastIdx="0" clrIdx="52"/>
  <p:cmAuthor id="54" name="陈驹洲" initials="陈" lastIdx="0" clrIdx="53"/>
  <p:cmAuthor id="55" name="10072673" initials="1" lastIdx="0" clrIdx="54"/>
  <p:cmAuthor id="56" name="10099398" initials="1" lastIdx="0" clrIdx="55"/>
  <p:cmAuthor id="57" name="刘春杰10244342" initials="刘" lastIdx="0" clrIdx="56"/>
  <p:cmAuthor id="58" name="10297641" initials="1" lastIdx="0" clrIdx="57"/>
  <p:cmAuthor id="59" name="王林10186938" initials="王" lastIdx="0" clrIdx="58"/>
  <p:cmAuthor id="60" name="WHF" initials="W" lastIdx="0" clrIdx="59"/>
  <p:cmAuthor id="61" name="Liu, Hongqing (NSB - CN/Shanghai)" initials="L" lastIdx="0" clrIdx="60"/>
  <p:cmAuthor id="62" name="殷格非" initials="殷" lastIdx="0" clrIdx="61"/>
  <p:cmAuthor id="63" name="z r" initials="zr" lastIdx="0" clrIdx="62"/>
  <p:cmAuthor id="64" name="8310" initials="8" lastIdx="0" clrIdx="63"/>
  <p:cmAuthor id="65" name="Aqf" initials="A" lastIdx="0" clrIdx="64"/>
  <p:cmAuthor id="66" name="13709759491@139.com" initials="1" lastIdx="0" clrIdx="65"/>
  <p:cmAuthor id="67" name="Y Y" initials="Y" lastIdx="0" clrIdx="66"/>
  <p:cmAuthor id="68" name="黄珂10009187" initials="黄" lastIdx="0" clrIdx="67"/>
  <p:cmAuthor id="69" name="赵欣" initials="赵" lastIdx="0" clrIdx="68"/>
  <p:cmAuthor id="70" name="10206899" initials="1" lastIdx="0" clrIdx="69"/>
  <p:cmAuthor id="71" name="10133177" initials="1" lastIdx="0" clrIdx="70"/>
  <p:cmAuthor id="72" name="10072453" initials="1" lastIdx="0" clrIdx="71"/>
  <p:cmAuthor id="73" name="10319231" initials="1" lastIdx="0" clrIdx="72"/>
  <p:cmAuthor id="74" name="未知用户93" initials="未" lastIdx="0" clrIdx="73"/>
  <p:cmAuthor id="75" name="未知用户90" initials="未" lastIdx="0" clrIdx="74"/>
  <p:cmAuthor id="76" name="未知用户91" initials="未" lastIdx="0" clrIdx="75"/>
  <p:cmAuthor id="77" name="未知用户92" initials="未" lastIdx="0" clrIdx="76"/>
  <p:cmAuthor id="78" name="未知用户74" initials="未" lastIdx="0" clrIdx="77"/>
  <p:cmAuthor id="79" name="未知用户75" initials="未" lastIdx="0" clrIdx="78"/>
  <p:cmAuthor id="80" name="未知用户76" initials="未" lastIdx="0" clrIdx="79"/>
  <p:cmAuthor id="81" name="沈霄雷" initials="沈" lastIdx="0" clrIdx="80"/>
  <p:cmAuthor id="82" name="未知用户77" initials="未" lastIdx="0" clrIdx="81"/>
  <p:cmAuthor id="83" name="未知用户78" initials="未" lastIdx="0" clrIdx="82"/>
  <p:cmAuthor id="84" name="未知用户79" initials="未" lastIdx="0" clrIdx="83"/>
  <p:cmAuthor id="85" name="群智集" initials="群" lastIdx="0" clrIdx="84"/>
  <p:cmAuthor id="86" name="未知用户80" initials="未" lastIdx="0" clrIdx="85"/>
  <p:cmAuthor id="87" name="郏 鹏" initials="郏" lastIdx="0" clrIdx="86"/>
  <p:cmAuthor id="88" name="Harry xu" initials="H" lastIdx="0" clrIdx="87"/>
  <p:cmAuthor id="89" name="郏鹏" initials="M" lastIdx="0" clrIdx="88"/>
  <p:cmAuthor id="90" name="未知用户27" initials="未" lastIdx="0" clrIdx="89"/>
  <p:cmAuthor id="91" name="未知用户35" initials="未" lastIdx="0" clrIdx="90"/>
  <p:cmAuthor id="92" name="未知用户111" initials="未" lastIdx="0" clrIdx="91"/>
  <p:cmAuthor id="93" name="未知的使用者77" initials="未" lastIdx="0" clrIdx="92"/>
  <p:cmAuthor id="94" name="未知的使用者92" initials="未" lastIdx="0" clrIdx="93"/>
  <p:cmAuthor id="95" name="未知的使用者78" initials="未" lastIdx="0" clrIdx="94"/>
  <p:cmAuthor id="96" name="未知的使用者79" initials="未" lastIdx="0" clrIdx="95"/>
  <p:cmAuthor id="97" name="未知用户107" initials="未" lastIdx="0" clrIdx="96"/>
  <p:cmAuthor id="98" name="未知的使用者80" initials="未" lastIdx="0" clrIdx="97"/>
  <p:cmAuthor id="99" name="未知用户51" initials="未" lastIdx="0" clrIdx="98"/>
  <p:cmAuthor id="100" name="未知的使用者82" initials="未" lastIdx="0" clrIdx="99"/>
  <p:cmAuthor id="101" name="未知的使用者83" initials="未" lastIdx="0" clrIdx="100"/>
  <p:cmAuthor id="102" name="未知的使用者118" initials="未" lastIdx="0" clrIdx="101"/>
  <p:cmAuthor id="103" name="未知的使用者84" initials="未" lastIdx="0" clrIdx="102"/>
  <p:cmAuthor id="104" name="未知的使用者70" initials="未" lastIdx="0" clrIdx="103"/>
  <p:cmAuthor id="105" name="未知的使用者85" initials="未" lastIdx="0" clrIdx="104"/>
  <p:cmAuthor id="106" name="未知的使用者40" initials="未" lastIdx="0" clrIdx="105"/>
  <p:cmAuthor id="107" name="未知的使用者87" initials="未" lastIdx="0" clrIdx="106"/>
  <p:cmAuthor id="108" name="CHRISYU" initials="C" lastIdx="0" clrIdx="107"/>
  <p:cmAuthor id="109" name="未知的使用者113" initials="未" lastIdx="0" clrIdx="108"/>
  <p:cmAuthor id="110" name="liucunri" initials="l" lastIdx="0" clrIdx="109"/>
  <p:cmAuthor id="111" name="未知用户9" initials="未" lastIdx="0" clrIdx="110"/>
  <p:cmAuthor id="112" name="Unknown User48" initials="U" lastIdx="0" clrIdx="111"/>
  <p:cmAuthor id="113" name="未知用户103" initials="未" lastIdx="0" clrIdx="112"/>
  <p:cmAuthor id="114" name="Unknown User52" initials="U" lastIdx="0" clrIdx="113"/>
  <p:cmAuthor id="115" name="未知的使用者42" initials="未" lastIdx="0" clrIdx="114"/>
  <p:cmAuthor id="116" name="Unknown User50" initials="U" lastIdx="0" clrIdx="115"/>
  <p:cmAuthor id="117" name="未知的使用者120" initials="未" lastIdx="0" clrIdx="116"/>
  <p:cmAuthor id="118" name="px" initials="p" lastIdx="0" clrIdx="117"/>
  <p:cmAuthor id="119" name="Sky123.Org" initials="S" lastIdx="0" clrIdx="118"/>
  <p:cmAuthor id="120" name="elfinhsu" initials="e" lastIdx="0" clrIdx="119"/>
  <p:cmAuthor id="121" name="微软用户" initials="微" lastIdx="0" clrIdx="120"/>
  <p:cmAuthor id="122" name="未知的使用者73" initials="未" lastIdx="0" clrIdx="121"/>
  <p:cmAuthor id="123" name="未知的使用者24" initials="未" lastIdx="0" clrIdx="122"/>
  <p:cmAuthor id="124" name="未知用户16" initials="未" lastIdx="0" clrIdx="123"/>
  <p:cmAuthor id="125" name="Mary Feil-Jacobs" initials="M" lastIdx="0" clrIdx="124"/>
  <p:cmAuthor id="126" name="LiuHui" initials="L" lastIdx="0" clrIdx="125"/>
  <p:cmAuthor id="127" name="未知的使用者45" initials="未" lastIdx="0" clrIdx="126"/>
  <p:cmAuthor id="128" name="王鹏凯" initials="王" lastIdx="0" clrIdx="127"/>
  <p:cmAuthor id="129" name="未知用户104" initials="未" lastIdx="0" clrIdx="128"/>
  <p:cmAuthor id="130" name="未知用户5" initials="未" lastIdx="0" clrIdx="129"/>
  <p:cmAuthor id="131" name="未知的使用者10" initials="未" lastIdx="0" clrIdx="130"/>
  <p:cmAuthor id="132" name="未知的使用者93" initials="未" lastIdx="0" clrIdx="131"/>
  <p:cmAuthor id="133" name="LeeElva" initials="L" lastIdx="0" clrIdx="132"/>
  <p:cmAuthor id="134" name="未知用户99" initials="未" lastIdx="0" clrIdx="133"/>
  <p:cmAuthor id="135" name="未知的使用者34" initials="未" lastIdx="0" clrIdx="134"/>
  <p:cmAuthor id="136" name="未知的使用者115" initials="未" lastIdx="0" clrIdx="135"/>
  <p:cmAuthor id="137" name="未知用户57" initials="未" lastIdx="0" clrIdx="136"/>
  <p:cmAuthor id="138" name="lianghb" initials="l" lastIdx="0" clrIdx="137"/>
  <p:cmAuthor id="139" name="未知用户17" initials="未" lastIdx="0" clrIdx="138"/>
  <p:cmAuthor id="140" name="Deanna Schuler (Bookey Consulting)" initials="D" lastIdx="0" clrIdx="139"/>
  <p:cmAuthor id="141" name="未知的使用者57" initials="未" lastIdx="0" clrIdx="140"/>
  <p:cmAuthor id="142" name="未知的使用者16" initials="未" lastIdx="0" clrIdx="141"/>
  <p:cmAuthor id="143" name="未知的使用者35" initials="未" lastIdx="0" clrIdx="142"/>
  <p:cmAuthor id="144" name="未知用户102" initials="未" lastIdx="0" clrIdx="143"/>
  <p:cmAuthor id="145" name="maxine" initials="m" lastIdx="0" clrIdx="144"/>
  <p:cmAuthor id="146" name="未知的使用者121" initials="未" lastIdx="0" clrIdx="145"/>
  <p:cmAuthor id="147" name="未知的使用者12" initials="未" lastIdx="0" clrIdx="146"/>
  <p:cmAuthor id="148" name="周元元" initials="周" lastIdx="0" clrIdx="147"/>
  <p:cmAuthor id="149" name="未知的使用者27" initials="未" lastIdx="0" clrIdx="148"/>
  <p:cmAuthor id="150" name="未知的使用者30" initials="未" lastIdx="0" clrIdx="149"/>
  <p:cmAuthor id="151" name="未知的使用者53" initials="未" lastIdx="0" clrIdx="150"/>
  <p:cmAuthor id="152" name="未知用户58" initials="未" lastIdx="0" clrIdx="151"/>
  <p:cmAuthor id="153" name="未知的使用者25" initials="未" lastIdx="0" clrIdx="152"/>
  <p:cmAuthor id="154" name="liupeng" initials="l" lastIdx="0" clrIdx="153"/>
  <p:cmAuthor id="155" name="未知用户24" initials="未" lastIdx="0" clrIdx="154"/>
  <p:cmAuthor id="156" name="AbuSina" initials="A" lastIdx="0" clrIdx="155"/>
  <p:cmAuthor id="157" name="hl sun" initials="h" lastIdx="0" clrIdx="156"/>
  <p:cmAuthor id="158" name="未知的使用者94" initials="未" lastIdx="0" clrIdx="157"/>
  <p:cmAuthor id="159" name="未知用户66" initials="未" lastIdx="0" clrIdx="158"/>
  <p:cmAuthor id="160" name="未知用户19" initials="未" lastIdx="0" clrIdx="159"/>
  <p:cmAuthor id="161" name="周宏達JerryChou" initials="周" lastIdx="0" clrIdx="160"/>
  <p:cmAuthor id="162" name="未知用户7" initials="未" lastIdx="0" clrIdx="161"/>
  <p:cmAuthor id="163" name="未知的使用者56" initials="未" lastIdx="0" clrIdx="162"/>
  <p:cmAuthor id="164" name="未知的使用者119" initials="未" lastIdx="0" clrIdx="163"/>
  <p:cmAuthor id="165" name="未知用户59" initials="未" lastIdx="0" clrIdx="164"/>
  <p:cmAuthor id="166" name="未知的使用者22" initials="未" lastIdx="0" clrIdx="165"/>
  <p:cmAuthor id="167" name="未知的使用者103" initials="未" lastIdx="0" clrIdx="166"/>
  <p:cmAuthor id="168" name="Wenwen" initials="W" lastIdx="0" clrIdx="167"/>
  <p:cmAuthor id="169" name="未知的使用者117" initials="未" lastIdx="0" clrIdx="168"/>
  <p:cmAuthor id="170" name="未知的使用者33" initials="未" lastIdx="0" clrIdx="169"/>
  <p:cmAuthor id="171" name="未知的使用者28" initials="未" lastIdx="0" clrIdx="170"/>
  <p:cmAuthor id="172" name="未知用户67" initials="未" lastIdx="0" clrIdx="171"/>
  <p:cmAuthor id="173" name="未知用户114" initials="未" lastIdx="0" clrIdx="172"/>
  <p:cmAuthor id="174" name="未知用户18" initials="未" lastIdx="0" clrIdx="173"/>
  <p:cmAuthor id="175" name="未知的使用者67" initials="未" lastIdx="0" clrIdx="174"/>
  <p:cmAuthor id="176" name="未知的使用者46" initials="未" lastIdx="0" clrIdx="175"/>
  <p:cmAuthor id="177" name="未知的使用者26" initials="未" lastIdx="0" clrIdx="176"/>
  <p:cmAuthor id="178" name="未知的使用者43" initials="未" lastIdx="0" clrIdx="177"/>
  <p:cmAuthor id="179" name="未知的使用者9" initials="未" lastIdx="0" clrIdx="178"/>
  <p:cmAuthor id="180" name="未知用户62" initials="未" lastIdx="0" clrIdx="179"/>
  <p:cmAuthor id="181" name="yuanzh" initials="y" lastIdx="0" clrIdx="180"/>
  <p:cmAuthor id="182" name="不明使用者57" initials="不" lastIdx="0" clrIdx="181"/>
  <p:cmAuthor id="183" name="未知用户108" initials="未" lastIdx="0" clrIdx="182"/>
  <p:cmAuthor id="184" name="未知的使用者110" initials="未" lastIdx="0" clrIdx="183"/>
  <p:cmAuthor id="185" name="linyd" initials="l" lastIdx="0" clrIdx="184"/>
  <p:cmAuthor id="186" name="未知用户8" initials="未" lastIdx="0" clrIdx="185"/>
  <p:cmAuthor id="187" name="李婧宜_YBferYVR" initials="authorId_1217247658" lastIdx="0" clrIdx="186"/>
  <p:cmAuthor id="188" name="未知的使用者31" initials="未" lastIdx="0" clrIdx="187"/>
  <p:cmAuthor id="189" name="未知用户81" initials="未" lastIdx="0" clrIdx="188"/>
  <p:cmAuthor id="190" name="未知用户115" initials="未" lastIdx="0" clrIdx="189"/>
  <p:cmAuthor id="191" name="梁鹏" initials="u" lastIdx="0" clrIdx="190"/>
  <p:cmAuthor id="192" name="未知用户21" initials="未" lastIdx="0" clrIdx="191"/>
  <p:cmAuthor id="193" name="范 斌" initials="范" lastIdx="0" clrIdx="192"/>
  <p:cmAuthor id="194" name="未知的使用者68" initials="未" lastIdx="0" clrIdx="193"/>
  <p:cmAuthor id="195" name="毕邺" initials="党委办公室" lastIdx="0" clrIdx="194"/>
  <p:cmAuthor id="196" name="mm" initials="m" lastIdx="0" clrIdx="195"/>
  <p:cmAuthor id="197" name="未知用户15" initials="未" lastIdx="0" clrIdx="196"/>
  <p:cmAuthor id="198" name="朱晓瑜" initials="朱" lastIdx="0" clrIdx="197"/>
  <p:cmAuthor id="199" name="不明使用者20" initials="不" lastIdx="0" clrIdx="198"/>
  <p:cmAuthor id="200" name="范汗杰10197873" initials="范汗杰10197873" lastIdx="0" clrIdx="199"/>
  <p:cmAuthor id="201" name="未知用户82" initials="未" lastIdx="0" clrIdx="200"/>
  <p:cmAuthor id="202" name="NTKO" initials="H" lastIdx="0" clrIdx="201"/>
  <p:cmAuthor id="203" name="未知的使用者7" initials="未" lastIdx="0" clrIdx="202"/>
  <p:cmAuthor id="204" name="未知用户6" initials="未" lastIdx="0" clrIdx="203"/>
  <p:cmAuthor id="205" name="未知的使用者55" initials="未" lastIdx="0" clrIdx="204"/>
  <p:cmAuthor id="206" name="未知的使用者111" initials="未" lastIdx="0" clrIdx="205"/>
  <p:cmAuthor id="207" name="未知的使用者50" initials="未" lastIdx="0" clrIdx="206"/>
  <p:cmAuthor id="208" name="未知的使用者11" initials="未" lastIdx="0" clrIdx="207"/>
  <p:cmAuthor id="209" name="未知用户47" initials="未" lastIdx="0" clrIdx="208"/>
  <p:cmAuthor id="210" name="未知用户106" initials="未" lastIdx="0" clrIdx="209"/>
  <p:cmAuthor id="211" name="未知用户116" initials="未" lastIdx="0" clrIdx="210"/>
  <p:cmAuthor id="212" name="未知的使用者150" initials="未" lastIdx="0" clrIdx="211"/>
  <p:cmAuthor id="213" name="未知的使用者69" initials="未" lastIdx="0" clrIdx="212"/>
  <p:cmAuthor id="214" name="未知的使用者112" initials="未" lastIdx="0" clrIdx="213"/>
  <p:cmAuthor id="215" name="Kevin Hu" initials="K" lastIdx="0" clrIdx="214"/>
  <p:cmAuthor id="216" name="未知的使用者38" initials="未" lastIdx="0" clrIdx="215"/>
  <p:cmAuthor id="217" name="唐可欣" initials="唐" lastIdx="0" clrIdx="216"/>
  <p:cmAuthor id="218" name="未知的使用者8" initials="未" lastIdx="0" clrIdx="217"/>
  <p:cmAuthor id="219" name="不明使用者56" initials="不" lastIdx="0" clrIdx="218"/>
  <p:cmAuthor id="220" name="P00035_jeremy" initials="P" lastIdx="0" clrIdx="219"/>
  <p:cmAuthor id="221" name="Unknown User7" initials="U" lastIdx="0" clrIdx="220"/>
  <p:cmAuthor id="222" name="muzi wei" initials="m" lastIdx="0" clrIdx="221"/>
  <p:cmAuthor id="223" name="未知的使用者41" initials="未" lastIdx="0" clrIdx="222"/>
  <p:cmAuthor id="224" name="未知的使用者13" initials="未" lastIdx="0" clrIdx="223"/>
  <p:cmAuthor id="225" name="djj" initials="d" lastIdx="0" clrIdx="224"/>
  <p:cmAuthor id="226" name="未知用户117" initials="未" lastIdx="0" clrIdx="225"/>
  <p:cmAuthor id="227" name="未知用户13" initials="未" lastIdx="0" clrIdx="226"/>
  <p:cmAuthor id="228" name="不明使用者21" initials="不" lastIdx="0" clrIdx="227"/>
  <p:cmAuthor id="229" name="YUMINGNJ" initials="Y" lastIdx="0" clrIdx="228"/>
  <p:cmAuthor id="230" name="未知的使用者52" initials="未" lastIdx="0" clrIdx="229"/>
  <p:cmAuthor id="231" name="未知用户109" initials="未" lastIdx="0" clrIdx="230"/>
  <p:cmAuthor id="232" name="Unknown User117" initials="U" lastIdx="0" clrIdx="231"/>
  <p:cmAuthor id="233" name="thomas" initials="t" lastIdx="0" clrIdx="232"/>
  <p:cmAuthor id="234" name="未知的使用者3" initials="未" lastIdx="0" clrIdx="233"/>
  <p:cmAuthor id="235" name="未知用户14" initials="未" lastIdx="0" clrIdx="234"/>
  <p:cmAuthor id="236" name="Unknown User65" initials="U" lastIdx="0" clrIdx="235"/>
  <p:cmAuthor id="237" name="未知用户98" initials="未" lastIdx="0" clrIdx="236"/>
  <p:cmAuthor id="238" name="未知用户83" initials="未" lastIdx="0" clrIdx="237"/>
  <p:cmAuthor id="239" name="未知用户61" initials="未" lastIdx="0" clrIdx="238"/>
  <p:cmAuthor id="240" name="張秀娟" initials="張" lastIdx="0" clrIdx="239"/>
  <p:cmAuthor id="241" name="Jason Wang" initials="J" lastIdx="0" clrIdx="240"/>
  <p:cmAuthor id="242" name="不明使用者18" initials="不" lastIdx="0" clrIdx="241"/>
  <p:cmAuthor id="243" name="未知用户28" initials="未" lastIdx="0" clrIdx="242"/>
  <p:cmAuthor id="244" name="未知的使用者72" initials="未" lastIdx="0" clrIdx="243"/>
  <p:cmAuthor id="245" name="未知的使用者48" initials="未" lastIdx="0" clrIdx="244"/>
  <p:cmAuthor id="246" name="未知的使用者104" initials="未" lastIdx="0" clrIdx="245"/>
  <p:cmAuthor id="247" name="未知用户60" initials="未" lastIdx="0" clrIdx="246"/>
  <p:cmAuthor id="248" name="未知的使用者39" initials="未" lastIdx="0" clrIdx="247"/>
  <p:cmAuthor id="249" name="仇怿俊" initials="仇" lastIdx="0" clrIdx="248"/>
  <p:cmAuthor id="250" name="Shawna Strickland" initials="S" lastIdx="0" clrIdx="249"/>
  <p:cmAuthor id="251" name="未知的使用者36" initials="未" lastIdx="0" clrIdx="250"/>
  <p:cmAuthor id="252" name="Daniel Wuu" initials="D" lastIdx="0" clrIdx="251"/>
  <p:cmAuthor id="253" name="未知用户56" initials="未" lastIdx="0" clrIdx="252"/>
  <p:cmAuthor id="254" name="未知的使用者14" initials="未" lastIdx="0" clrIdx="253"/>
  <p:cmAuthor id="255" name="Ashley Eberenz" initials="A" lastIdx="0" clrIdx="254"/>
  <p:cmAuthor id="256" name="不明使用者19" initials="不" lastIdx="0" clrIdx="255"/>
  <p:cmAuthor id="257" name="qiantong" initials="q" lastIdx="0" clrIdx="256"/>
  <p:cmAuthor id="258" name="未知的使用者74" initials="未" lastIdx="0" clrIdx="257"/>
  <p:cmAuthor id="259" name="未知的使用者23" initials="未" lastIdx="0" clrIdx="258"/>
  <p:cmAuthor id="260" name="未知的使用者1" initials="未" lastIdx="0" clrIdx="259"/>
  <p:cmAuthor id="261" name="116304" initials="1" lastIdx="0" clrIdx="260"/>
  <p:cmAuthor id="262" name="未知用户31" initials="未" lastIdx="0" clrIdx="261"/>
  <p:cmAuthor id="263" name="R affer" initials="R" lastIdx="0" clrIdx="262"/>
  <p:cmAuthor id="264" name="qihua-DCMS" initials="q" lastIdx="0" clrIdx="263"/>
  <p:cmAuthor id="265" name="未知用户55" initials="未" lastIdx="0" clrIdx="264"/>
  <p:cmAuthor id="266" name="未知的使用者95" initials="未" lastIdx="0" clrIdx="265"/>
  <p:cmAuthor id="267" name="未知的使用者32" initials="未" lastIdx="0" clrIdx="266"/>
  <p:cmAuthor id="268" name="未知的使用者49" initials="未" lastIdx="0" clrIdx="267"/>
  <p:cmAuthor id="269" name="Unknown User26" initials="U" lastIdx="0" clrIdx="268"/>
  <p:cmAuthor id="270" name="yuexuejun" initials="y" lastIdx="0" clrIdx="269"/>
  <p:cmAuthor id="271" name="未知的使用者71" initials="未" lastIdx="0" clrIdx="270"/>
  <p:cmAuthor id="272" name="未知的使用者105" initials="未" lastIdx="0" clrIdx="271"/>
  <p:cmAuthor id="273" name="Unknown User70" initials="U" lastIdx="0" clrIdx="272"/>
  <p:cmAuthor id="274" name="clinchen" initials="c" lastIdx="0" clrIdx="273"/>
  <p:cmAuthor id="275" name="未知用户23" initials="未" lastIdx="0" clrIdx="274"/>
  <p:cmAuthor id="276" name="hanjuncompany" initials="h" lastIdx="0" clrIdx="275"/>
  <p:cmAuthor id="277" name="倪燕子00036324" initials="倪燕子00036324" lastIdx="0" clrIdx="276"/>
  <p:cmAuthor id="278" name="kathy chen" initials="k" lastIdx="0" clrIdx="277"/>
  <p:cmAuthor id="279" name="任涛10036216" initials="任涛10036216" lastIdx="0" clrIdx="278"/>
  <p:cmAuthor id="280" name="未知的使用者63" initials="未" lastIdx="0" clrIdx="279"/>
  <p:cmAuthor id="281" name="未知的使用者64" initials="未" lastIdx="0" clrIdx="280"/>
  <p:cmAuthor id="282" name="未知的使用者47" initials="未" lastIdx="0" clrIdx="281"/>
  <p:cmAuthor id="283" name="未知的使用者60" initials="未" lastIdx="0" clrIdx="282"/>
  <p:cmAuthor id="284" name="未知的使用者59" initials="未" lastIdx="0" clrIdx="283"/>
  <p:cmAuthor id="285" name="未知的使用者54" initials="未" lastIdx="0" clrIdx="284"/>
  <p:cmAuthor id="286" name="未知的使用者66" initials="未" lastIdx="0" clrIdx="285"/>
  <p:cmAuthor id="287" name="未知的使用者65" initials="未" lastIdx="0" clrIdx="286"/>
  <p:cmAuthor id="288" name="未知的使用者106" initials="未" lastIdx="0" clrIdx="287"/>
  <p:cmAuthor id="289" name="未知的使用者107" initials="未" lastIdx="0" clrIdx="288"/>
  <p:cmAuthor id="290" name="未知的使用者108" initials="未" lastIdx="0" clrIdx="289"/>
  <p:cmAuthor id="291" name="未知的使用者86" initials="未" lastIdx="0" clrIdx="290"/>
  <p:cmAuthor id="292" name="未知的使用者116" initials="未" lastIdx="0" clrIdx="291"/>
  <p:cmAuthor id="293" name="未知的使用者44" initials="未" lastIdx="0" clrIdx="292"/>
  <p:cmAuthor id="294" name="未知的使用者37" initials="未" lastIdx="0" clrIdx="293"/>
  <p:cmAuthor id="295" name="未知的使用者126" initials="未" lastIdx="0" clrIdx="294"/>
  <p:cmAuthor id="296" name="未知的使用者127" initials="未" lastIdx="0" clrIdx="295"/>
  <p:cmAuthor id="297" name="未知的使用者128" initials="未" lastIdx="0" clrIdx="296"/>
  <p:cmAuthor id="298" name="未知的使用者124" initials="未" lastIdx="0" clrIdx="297"/>
  <p:cmAuthor id="299" name="未知的使用者125" initials="未" lastIdx="0" clrIdx="298"/>
  <p:cmAuthor id="300" name="Sara Chen" initials="S" lastIdx="0" clrIdx="299"/>
  <p:cmAuthor id="301" name="huang gerrard" initials="h" lastIdx="0" clrIdx="300"/>
  <p:cmAuthor id="302" name="未知用户170" initials="未" lastIdx="0" clrIdx="301"/>
  <p:cmAuthor id="303" name="未知用户171" initials="未" lastIdx="0" clrIdx="302"/>
  <p:cmAuthor id="304" name="未知用户172" initials="未" lastIdx="0" clrIdx="303"/>
  <p:cmAuthor id="305" name="未知用户173" initials="未" lastIdx="0" clrIdx="304"/>
  <p:cmAuthor id="306" name="未知用户149" initials="未" lastIdx="0" clrIdx="305"/>
  <p:cmAuthor id="307" name="未知用户150" initials="未" lastIdx="0" clrIdx="306"/>
  <p:cmAuthor id="308" name="未知用户151" initials="未" lastIdx="0" clrIdx="307"/>
  <p:cmAuthor id="309" name="未知用户152" initials="未" lastIdx="0" clrIdx="308"/>
  <p:cmAuthor id="310" name="未知用户153" initials="未" lastIdx="0" clrIdx="309"/>
  <p:cmAuthor id="311" name="未知用户154" initials="未" lastIdx="0" clrIdx="310"/>
  <p:cmAuthor id="312" name="未知用户155" initials="未" lastIdx="0" clrIdx="311"/>
  <p:cmAuthor id="313" name="未知用户41" initials="未" lastIdx="0" clrIdx="312"/>
  <p:cmAuthor id="314" name="未知用户44" initials="未" lastIdx="0" clrIdx="313"/>
  <p:cmAuthor id="315" name="未知用户45" initials="未" lastIdx="0" clrIdx="314"/>
  <p:cmAuthor id="316" name="未知用户156" initials="未" lastIdx="0" clrIdx="315"/>
  <p:cmAuthor id="317" name="未知用户64" initials="未" lastIdx="0" clrIdx="316"/>
  <p:cmAuthor id="318" name="未知用户65" initials="未" lastIdx="0" clrIdx="317"/>
  <p:cmAuthor id="319" name="未知用户68" initials="未" lastIdx="0" clrIdx="318"/>
  <p:cmAuthor id="320" name="未知用户69" initials="未" lastIdx="0" clrIdx="319"/>
  <p:cmAuthor id="321" name="未知用户70" initials="未" lastIdx="0" clrIdx="320"/>
  <p:cmAuthor id="322" name="未知用户71" initials="未" lastIdx="0" clrIdx="321"/>
  <p:cmAuthor id="323" name="未知用户72" initials="未" lastIdx="0" clrIdx="322"/>
  <p:cmAuthor id="324" name="未知用户73" initials="未" lastIdx="0" clrIdx="323"/>
  <p:cmAuthor id="325" name="未知用户49" initials="未" lastIdx="0" clrIdx="324"/>
  <p:cmAuthor id="326" name="未知用户50" initials="未" lastIdx="0" clrIdx="325"/>
  <p:cmAuthor id="327" name="未知用户52" initials="未" lastIdx="0" clrIdx="326"/>
  <p:cmAuthor id="328" name="MA15" initials="M" lastIdx="0" clrIdx="327"/>
  <p:cmAuthor id="329" name="未知用户53" initials="未" lastIdx="0" clrIdx="328"/>
  <p:cmAuthor id="330" name="未知用户96" initials="未" lastIdx="0" clrIdx="329"/>
  <p:cmAuthor id="331" name="未知用户48" initials="未" lastIdx="0" clrIdx="330"/>
  <p:cmAuthor id="332" name="未知用户97" initials="未" lastIdx="0" clrIdx="331"/>
  <p:cmAuthor id="333" name="未知用户40" initials="未" lastIdx="0" clrIdx="332"/>
  <p:cmAuthor id="334" name="未知用户43" initials="未" lastIdx="0" clrIdx="333"/>
  <p:cmAuthor id="335" name="未知用户100" initials="未" lastIdx="0" clrIdx="334"/>
  <p:cmAuthor id="336" name="韩雨" initials="韩" lastIdx="0" clrIdx="335"/>
  <p:cmAuthor id="337" name="未知用户101" initials="未" lastIdx="0" clrIdx="336"/>
  <p:cmAuthor id="338" name="未知用户26" initials="未" lastIdx="0" clrIdx="337"/>
  <p:cmAuthor id="339" name="未知用户29" initials="未" lastIdx="0" clrIdx="338"/>
  <p:cmAuthor id="340" name="未知用户32" initials="未" lastIdx="0" clrIdx="339"/>
  <p:cmAuthor id="341" name="未知用户33" initials="未" lastIdx="0" clrIdx="340"/>
  <p:cmAuthor id="342" name="未知用户34" initials="未" lastIdx="0" clrIdx="341"/>
  <p:cmAuthor id="343" name="未知用户42" initials="未" lastIdx="0" clrIdx="342"/>
  <p:cmAuthor id="344" name="未知的使用者109" initials="未" lastIdx="0" clrIdx="343"/>
  <p:cmAuthor id="345" name="卡皮巴拉F" initials="卡" lastIdx="0" clrIdx="344"/>
  <p:cmAuthor id="346" name="未知用户157" initials="未" lastIdx="0" clrIdx="345"/>
  <p:cmAuthor id="347" name="未知用户158" initials="未" lastIdx="0" clrIdx="346"/>
  <p:cmAuthor id="348" name="未知用户159" initials="未" lastIdx="0" clrIdx="347"/>
  <p:cmAuthor id="349" name="未知用户160" initials="未" lastIdx="0" clrIdx="348"/>
  <p:cmAuthor id="350" name="未知用户168" initials="未" lastIdx="0" clrIdx="349"/>
  <p:cmAuthor id="351" name="順天" initials="順" lastIdx="0" clrIdx="350"/>
  <p:cmAuthor id="352" name="未知用户219" initials="未" lastIdx="0" clrIdx="351"/>
  <p:cmAuthor id="353" name="未知用户222" initials="未" lastIdx="0" clrIdx="352"/>
  <p:cmAuthor id="354" name="未知用户200" initials="未" lastIdx="0" clrIdx="353"/>
  <p:cmAuthor id="355" name="未知用户213" initials="未" lastIdx="0" clrIdx="354"/>
  <p:cmAuthor id="356" name="未知用户214" initials="未" lastIdx="0" clrIdx="355"/>
  <p:cmAuthor id="357" name="未知用户215" initials="未" lastIdx="0" clrIdx="356"/>
  <p:cmAuthor id="358" name="未知用户231" initials="未" lastIdx="0" clrIdx="357"/>
  <p:cmAuthor id="359" name="未知用户293" initials="未" lastIdx="0" clrIdx="358"/>
  <p:cmAuthor id="360" name="未知用户234" initials="未" lastIdx="0" clrIdx="359"/>
  <p:cmAuthor id="361" name="未知用户235" initials="未" lastIdx="0" clrIdx="360"/>
  <p:cmAuthor id="362" name="未知用户236" initials="未" lastIdx="0" clrIdx="361"/>
  <p:cmAuthor id="363" name="未知用户237" initials="未" lastIdx="0" clrIdx="362"/>
  <p:cmAuthor id="364" name="未知用户240" initials="未" lastIdx="0" clrIdx="363"/>
  <p:cmAuthor id="365" name="未知的使用者142" initials="未" lastIdx="0" clrIdx="364"/>
  <p:cmAuthor id="366" name="ll z" initials="l" lastIdx="0" clrIdx="365"/>
  <p:cmAuthor id="367" name="未知用户283" initials="未" lastIdx="0" clrIdx="366"/>
  <p:cmAuthor id="368" name="未知用户284" initials="未" lastIdx="0" clrIdx="367"/>
  <p:cmAuthor id="369" name="guanhh" initials="g" lastIdx="0" clrIdx="368"/>
  <p:cmAuthor id="370" name="未知用户292" initials="未" lastIdx="0" clrIdx="369"/>
  <p:cmAuthor id="371" name="未知用户87" initials="未" lastIdx="0" clrIdx="370"/>
  <p:cmAuthor id="372" name="未知用户295" initials="未" lastIdx="0" clrIdx="371"/>
  <p:cmAuthor id="373" name="未知用户297" initials="未" lastIdx="0" clrIdx="372"/>
  <p:cmAuthor id="374" name="panjm" initials="p" lastIdx="0" clrIdx="373"/>
  <p:cmAuthor id="375" name="ye gusong" initials="y" lastIdx="0" clrIdx="374"/>
  <p:cmAuthor id="376" name="孙" initials="孙" lastIdx="0" clrIdx="375"/>
  <p:cmAuthor id="377" name="未知的使用者139" initials="未" lastIdx="0" clrIdx="376"/>
  <p:cmAuthor id="378" name="未知的使用者140" initials="未" lastIdx="0" clrIdx="377"/>
  <p:cmAuthor id="379" name="未知的使用者196" initials="未" lastIdx="0" clrIdx="378"/>
  <p:cmAuthor id="380" name="未知的使用者203" initials="未" lastIdx="0" clrIdx="379"/>
  <p:cmAuthor id="381" name="Carol Kelly" initials="C" lastIdx="0" clrIdx="380"/>
  <p:cmAuthor id="382" name="Unknown User58" initials="U" lastIdx="0" clrIdx="381"/>
  <p:cmAuthor id="383" name="ljhdeyx@163.com" initials="l" lastIdx="0" clrIdx="382"/>
  <p:cmAuthor id="384" name="Unknown User55" initials="U" lastIdx="0" clrIdx="383"/>
  <p:cmAuthor id="385" name="Microsoft Office User" initials="M" lastIdx="0" clrIdx="384"/>
  <p:cmAuthor id="386" name="Huipeng Cao" initials="H" lastIdx="0" clrIdx="385"/>
  <p:cmAuthor id="387" name="李 雷雨" initials="李" lastIdx="0" clrIdx="386"/>
  <p:cmAuthor id="388" name="91257" initials="9" lastIdx="0" clrIdx="387"/>
  <p:cmAuthor id="389" name="陈东林" initials="陈东林" lastIdx="0" clrIdx="388"/>
  <p:cmAuthor id="390" name="yudi lin" initials="y" lastIdx="0" clrIdx="389"/>
  <p:cmAuthor id="391" name="JeremyBai" initials="J" lastIdx="0" clrIdx="390"/>
  <p:cmAuthor id="392" name="liuzga" initials="l" lastIdx="0" clrIdx="391"/>
  <p:cmAuthor id="393" name="49554261@qq.com" initials="4" lastIdx="0" clrIdx="392"/>
  <p:cmAuthor id="394" name="进 揭" initials="进" lastIdx="0" clrIdx="393"/>
  <p:cmAuthor id="395" name="梅芬 吳" initials="梅" lastIdx="0" clrIdx="394"/>
  <p:cmAuthor id="396" name="未知用户233" initials="未" lastIdx="0" clrIdx="395"/>
  <p:cmAuthor id="397" name="赵 璐" initials="赵" lastIdx="0" clrIdx="396"/>
  <p:cmAuthor id="398" name="�Ÿ�" initials="�" lastIdx="0" clrIdx="397"/>
  <p:cmAuthor id="399" name="未知用户221" initials="未" lastIdx="0" clrIdx="398"/>
  <p:cmAuthor id="400" name="未知用户89" initials="未" lastIdx="0" clrIdx="399"/>
  <p:cmAuthor id="401" name="未知的使用者155" initials="未" lastIdx="0" clrIdx="400"/>
  <p:cmAuthor id="402" name="未知用户110" initials="未" lastIdx="0" clrIdx="401"/>
  <p:cmAuthor id="403" name="未知用户343" initials="未" lastIdx="0" clrIdx="402"/>
  <p:cmAuthor id="404" name="vicky" initials="v" lastIdx="0" clrIdx="403"/>
  <p:cmAuthor id="405" name="不明使用者1" initials="不" lastIdx="0" clrIdx="404"/>
  <p:cmAuthor id="406" name="不明使用者4" initials="不" lastIdx="0" clrIdx="405"/>
  <p:cmAuthor id="407" name="不明使用者6" initials="不" lastIdx="0" clrIdx="406"/>
  <p:cmAuthor id="408" name="不明使用者5" initials="不" lastIdx="0" clrIdx="407"/>
  <p:cmAuthor id="409" name="不明使用者8" initials="不" lastIdx="0" clrIdx="408"/>
  <p:cmAuthor id="410" name="不明使用者9" initials="不" lastIdx="0" clrIdx="409"/>
  <p:cmAuthor id="411" name="不明使用者10" initials="不" lastIdx="0" clrIdx="410"/>
  <p:cmAuthor id="412" name="不明使用者11" initials="不" lastIdx="0" clrIdx="411"/>
  <p:cmAuthor id="413" name="未知用户205" initials="未" lastIdx="0" clrIdx="412"/>
  <p:cmAuthor id="414" name="未知用户193" initials="未" lastIdx="0" clrIdx="413"/>
  <p:cmAuthor id="415" name="未知用户187" initials="未" lastIdx="0" clrIdx="414"/>
  <p:cmAuthor id="416" name="Kent" initials="K" lastIdx="0" clrIdx="415"/>
  <p:cmAuthor id="417" name="未知用户190" initials="未" lastIdx="0" clrIdx="416"/>
  <p:cmAuthor id="418" name="未知用户196" initials="未" lastIdx="0" clrIdx="417"/>
  <p:cmAuthor id="419" name="未知用户199" initials="未" lastIdx="0" clrIdx="418"/>
  <p:cmAuthor id="420" name="未知用户123" initials="未" lastIdx="0" clrIdx="419"/>
  <p:cmAuthor id="421" name="未知用户186" initials="未" lastIdx="0" clrIdx="420"/>
  <p:cmAuthor id="422" name="未知用户188" initials="未" lastIdx="0" clrIdx="421"/>
  <p:cmAuthor id="423" name="未知用户189" initials="未" lastIdx="0" clrIdx="422"/>
  <p:cmAuthor id="424" name="未知的使用者100" initials="未" lastIdx="0" clrIdx="423"/>
  <p:cmAuthor id="425" name="未知的使用者81" initials="未" lastIdx="0" clrIdx="424"/>
  <p:cmAuthor id="426" name="未知的使用者88" initials="未" lastIdx="0" clrIdx="425"/>
  <p:cmAuthor id="427" name="未知的使用者89" initials="未" lastIdx="0" clrIdx="426"/>
  <p:cmAuthor id="428" name="未知的使用者90" initials="未" lastIdx="0" clrIdx="427"/>
  <p:cmAuthor id="429" name="未知的使用者91" initials="未" lastIdx="0" clrIdx="428"/>
  <p:cmAuthor id="430" name="Johnny Hsieh" initials="J" lastIdx="0" clrIdx="429"/>
  <p:cmAuthor id="431" name="未知的使用者184" initials="未" lastIdx="0" clrIdx="430"/>
  <p:cmAuthor id="432" name="未知的使用者179" initials="未" lastIdx="0" clrIdx="431"/>
  <p:cmAuthor id="433" name="未知的使用者180" initials="未" lastIdx="0" clrIdx="432"/>
  <p:cmAuthor id="434" name="未知的使用者181" initials="未" lastIdx="0" clrIdx="433"/>
  <p:cmAuthor id="435" name="未知的使用者141" initials="未" lastIdx="0" clrIdx="434"/>
  <p:cmAuthor id="436" name="未知的使用者144" initials="未" lastIdx="0" clrIdx="435"/>
  <p:cmAuthor id="437" name="alpha" initials="a" lastIdx="0" clrIdx="436"/>
  <p:cmAuthor id="438" name="未知的使用者146" initials="未" lastIdx="0" clrIdx="437"/>
  <p:cmAuthor id="439" name="未知的使用者147" initials="未" lastIdx="0" clrIdx="438"/>
  <p:cmAuthor id="440" name="未知用户113" initials="未知用户113" lastIdx="0" clrIdx="439"/>
  <p:cmAuthor id="441" name="未知用户85" initials="未" lastIdx="0" clrIdx="440"/>
  <p:cmAuthor id="442" name="未知用户86" initials="未" lastIdx="0" clrIdx="441"/>
  <p:cmAuthor id="443" name="未知的使用者143" initials="未" lastIdx="0" clrIdx="442"/>
  <p:cmAuthor id="444" name="raymond luan" initials="r" lastIdx="0" clrIdx="443"/>
  <p:cmAuthor id="445" name="Vicky" initials="V" lastIdx="0" clrIdx="444"/>
  <p:cmAuthor id="446" name="未知的使用者114" initials="未" lastIdx="0" clrIdx="445"/>
  <p:cmAuthor id="447" name="未知用户138" initials="未" lastIdx="0" clrIdx="446"/>
  <p:cmAuthor id="448" name="未知用户130" initials="未" lastIdx="0" clrIdx="447"/>
  <p:cmAuthor id="449" name="未知用户131" initials="未" lastIdx="0" clrIdx="448"/>
  <p:cmAuthor id="450" name="未知用户132" initials="未" lastIdx="0" clrIdx="449"/>
  <p:cmAuthor id="451" name="未知用户133" initials="未" lastIdx="0" clrIdx="450"/>
  <p:cmAuthor id="452" name="未知用户134" initials="未" lastIdx="0" clrIdx="451"/>
  <p:cmAuthor id="453" name="未知用户135" initials="未" lastIdx="0" clrIdx="452"/>
  <p:cmAuthor id="454" name="未知用户137" initials="未" lastIdx="0" clrIdx="453"/>
  <p:cmAuthor id="455" name="未知用户136" initials="未" lastIdx="0" clrIdx="454"/>
  <p:cmAuthor id="456" name="Arno.Du(杜明星)" initials="A" lastIdx="0" clrIdx="455"/>
  <p:cmAuthor id="457" name="Yoyo Wu" initials="Y" lastIdx="0" clrIdx="456"/>
  <p:cmAuthor id="458" name="zhangbin" initials="z" lastIdx="0" clrIdx="457"/>
  <p:cmAuthor id="459" name="未知的使用者232" initials="" lastIdx="0" clrIdx="458"/>
  <p:cmAuthor id="460" name="Unknown User112" initials="U" lastIdx="0" clrIdx="459"/>
  <p:cmAuthor id="461" name="Unknown User59" initials="U" lastIdx="0" clrIdx="460"/>
  <p:cmAuthor id="462" name="Unknown User113" initials="U" lastIdx="0" clrIdx="461"/>
  <p:cmAuthor id="463" name="Unknown User114" initials="U" lastIdx="0" clrIdx="462"/>
  <p:cmAuthor id="464" name="Unknown User111" initials="U" lastIdx="0" clrIdx="463"/>
  <p:cmAuthor id="465" name="Unknown User63" initials="U" lastIdx="0" clrIdx="464"/>
  <p:cmAuthor id="466" name="Unknown User115" initials="U" lastIdx="0" clrIdx="465"/>
  <p:cmAuthor id="467" name="Unknown User116" initials="U" lastIdx="0" clrIdx="466"/>
  <p:cmAuthor id="468" name="Unknown User66" initials="U" lastIdx="0" clrIdx="467"/>
  <p:cmAuthor id="469" name="Unknown User67" initials="U" lastIdx="0" clrIdx="468"/>
  <p:cmAuthor id="470" name="Unknown User68" initials="U" lastIdx="0" clrIdx="469"/>
  <p:cmAuthor id="471" name="Unknown User69" initials="U" lastIdx="0" clrIdx="470"/>
  <p:cmAuthor id="472" name="James" initials="J" lastIdx="0" clrIdx="471"/>
  <p:cmAuthor id="473" name="未知的使用者134" initials="未" lastIdx="0" clrIdx="472"/>
  <p:cmAuthor id="474" name="刘云轩" initials="刘" lastIdx="0" clrIdx="473"/>
  <p:cmAuthor id="475" name="sharon" initials="s" lastIdx="0" clrIdx="474"/>
  <p:cmAuthor id="476" name="nancy" initials="n" lastIdx="0" clrIdx="475"/>
  <p:cmAuthor id="477" name="未知用户124" initials="未" lastIdx="0" clrIdx="476"/>
  <p:cmAuthor id="478" name="未知用户125" initials="未" lastIdx="0" clrIdx="477"/>
  <p:cmAuthor id="479" name="未知用户126" initials="未" lastIdx="0" clrIdx="478"/>
  <p:cmAuthor id="480" name="未知用户84" initials="未" lastIdx="0" clrIdx="479"/>
  <p:cmAuthor id="481" name="Ted Su" initials="T" lastIdx="0" clrIdx="480"/>
  <p:cmAuthor id="482" name="未知用户10" initials="未" lastIdx="0" clrIdx="481"/>
  <p:cmAuthor id="483" name="未知用户129" initials="未" lastIdx="0" clrIdx="482"/>
  <p:cmAuthor id="484" name="未知的使用者165" initials="未" lastIdx="0" clrIdx="483"/>
  <p:cmAuthor id="485" name="庆芳 许" initials="庆" lastIdx="0" clrIdx="484"/>
  <p:cmAuthor id="486" name="jerrychou" initials="j" lastIdx="0" clrIdx="485"/>
  <p:cmAuthor id="487" name="不明使用者12" initials="不" lastIdx="0" clrIdx="486"/>
  <p:cmAuthor id="488" name="不明使用者2" initials="不" lastIdx="0" clrIdx="487"/>
  <p:cmAuthor id="489" name="不明使用者3" initials="不" lastIdx="0" clrIdx="488"/>
  <p:cmAuthor id="490" name="未知的使用者159" initials="未" lastIdx="0" clrIdx="489"/>
  <p:cmAuthor id="491" name="未知的使用者160" initials="未" lastIdx="0" clrIdx="490"/>
  <p:cmAuthor id="492" name="未知用户166" initials="未知用户166" lastIdx="0" clrIdx="491"/>
  <p:cmAuthor id="493" name="不明使用者7" initials="不" lastIdx="0" clrIdx="492"/>
  <p:cmAuthor id="494" name="未知用户120" initials="未" lastIdx="0" clrIdx="493"/>
  <p:cmAuthor id="495" name="未知用户122" initials="未" lastIdx="0" clrIdx="494"/>
  <p:cmAuthor id="496" name="未知用户139" initials="未" lastIdx="0" clrIdx="495"/>
  <p:cmAuthor id="497" name="未知用户141" initials="未" lastIdx="0" clrIdx="496"/>
  <p:cmAuthor id="498" name="未知用户144" initials="未" lastIdx="0" clrIdx="497"/>
  <p:cmAuthor id="499" name="未知用户145" initials="未" lastIdx="0" clrIdx="498"/>
  <p:cmAuthor id="500" name="未知用户119" initials="未" lastIdx="0" clrIdx="499"/>
  <p:cmAuthor id="501" name="未知用户140" initials="未" lastIdx="0" clrIdx="500"/>
  <p:cmAuthor id="502" name="未知用户142" initials="未" lastIdx="0" clrIdx="501"/>
  <p:cmAuthor id="503" name="未知用户146" initials="未" lastIdx="0" clrIdx="502"/>
  <p:cmAuthor id="504" name="未知用户147" initials="未" lastIdx="0" clrIdx="503"/>
  <p:cmAuthor id="505" name="未知用户148" initials="未" lastIdx="0" clrIdx="504"/>
  <p:cmAuthor id="506" name="未知用户195" initials="未" lastIdx="0" clrIdx="505"/>
  <p:cmAuthor id="507" name="未知用户207" initials="未" lastIdx="0" clrIdx="506"/>
  <p:cmAuthor id="508" name="未知用户208" initials="未" lastIdx="0" clrIdx="507"/>
  <p:cmAuthor id="509" name="未知用户198" initials="未" lastIdx="0" clrIdx="508"/>
  <p:cmAuthor id="510" name="未知用户209" initials="未" lastIdx="0" clrIdx="509"/>
  <p:cmAuthor id="511" name="未知的使用者178" initials="未" lastIdx="0" clrIdx="510"/>
  <p:cmAuthor id="512" name="未知用户206" initials="未" lastIdx="0" clrIdx="511"/>
  <p:cmAuthor id="513" name="未知用户46" initials="未" lastIdx="0" clrIdx="512"/>
  <p:cmAuthor id="514" name="未知的使用者207" initials="未" lastIdx="0" clrIdx="513"/>
  <p:cmAuthor id="515" name="未知的使用者208" initials="未" lastIdx="0" clrIdx="514"/>
  <p:cmAuthor id="516" name="未知的使用者188" initials="未" lastIdx="0" clrIdx="515"/>
  <p:cmAuthor id="517" name="未知的使用者189" initials="未" lastIdx="0" clrIdx="516"/>
  <p:cmAuthor id="518" name="未知的使用者190" initials="未" lastIdx="0" clrIdx="517"/>
  <p:cmAuthor id="519" name="未知的使用者191" initials="未" lastIdx="0" clrIdx="518"/>
  <p:cmAuthor id="520" name="未知的使用者192" initials="未" lastIdx="0" clrIdx="519"/>
  <p:cmAuthor id="521" name="未知的使用者193" initials="未" lastIdx="0" clrIdx="520"/>
  <p:cmAuthor id="522" name="未知的使用者209" initials="未" lastIdx="0" clrIdx="521"/>
  <p:cmAuthor id="523" name="未知的使用者210" initials="未" lastIdx="0" clrIdx="522"/>
  <p:cmAuthor id="524" name="未知的使用者211" initials="未" lastIdx="0" clrIdx="523"/>
  <p:cmAuthor id="525" name="未知的使用者212" initials="未" lastIdx="0" clrIdx="524"/>
  <p:cmAuthor id="526" name="未知的使用者213" initials="未" lastIdx="0" clrIdx="525"/>
  <p:cmAuthor id="527" name="未知的使用者214" initials="未" lastIdx="0" clrIdx="526"/>
  <p:cmAuthor id="528" name="未知的使用者215" initials="未" lastIdx="0" clrIdx="527"/>
  <p:cmAuthor id="529" name="未知的使用者216" initials="未" lastIdx="0" clrIdx="528"/>
  <p:cmAuthor id="530" name="未知的使用者217" initials="未" lastIdx="0" clrIdx="529"/>
  <p:cmAuthor id="531" name="未知的使用者218" initials="未" lastIdx="0" clrIdx="530"/>
  <p:cmAuthor id="532" name="未知的使用者219" initials="未" lastIdx="0" clrIdx="531"/>
  <p:cmAuthor id="533" name="未知的使用者220" initials="未" lastIdx="0" clrIdx="532"/>
  <p:cmAuthor id="534" name="未知的使用者152" initials="未" lastIdx="0" clrIdx="533"/>
  <p:cmAuthor id="535" name="未知的使用者153" initials="未" lastIdx="0" clrIdx="534"/>
  <p:cmAuthor id="536" name="未知的使用者154" initials="未" lastIdx="0" clrIdx="535"/>
  <p:cmAuthor id="537" name="未知的使用者156" initials="未" lastIdx="0" clrIdx="536"/>
  <p:cmAuthor id="538" name="未知的使用者157" initials="未" lastIdx="0" clrIdx="537"/>
  <p:cmAuthor id="539" name="未知的使用者161" initials="未" lastIdx="0" clrIdx="538"/>
  <p:cmAuthor id="540" name="未知的使用者151" initials="未" lastIdx="0" clrIdx="539"/>
  <p:cmAuthor id="541" name="未知的使用者129" initials="未" lastIdx="0" clrIdx="540"/>
  <p:cmAuthor id="542" name="未知的使用者130" initials="未" lastIdx="0" clrIdx="541"/>
  <p:cmAuthor id="543" name="未知的使用者131" initials="未" lastIdx="0" clrIdx="542"/>
  <p:cmAuthor id="544" name="未知的使用者132" initials="未" lastIdx="0" clrIdx="543"/>
  <p:cmAuthor id="545" name="未知的使用者164" initials="未" lastIdx="0" clrIdx="544"/>
  <p:cmAuthor id="546" name="未知的使用者172" initials="未" lastIdx="0" clrIdx="545"/>
  <p:cmAuthor id="547" name="未知的使用者174" initials="未" lastIdx="0" clrIdx="546"/>
  <p:cmAuthor id="548" name="未知的使用者176" initials="未" lastIdx="0" clrIdx="547"/>
  <p:cmAuthor id="549" name="未知的使用者247" initials="未" lastIdx="0" clrIdx="548"/>
  <p:cmAuthor id="550" name="未知的使用者249" initials="未" lastIdx="0" clrIdx="549"/>
  <p:cmAuthor id="551" name="未知的使用者250" initials="未" lastIdx="0" clrIdx="550"/>
  <p:cmAuthor id="552" name="未知的使用者251" initials="未" lastIdx="0" clrIdx="551"/>
  <p:cmAuthor id="553" name="未知的使用者246" initials="未" lastIdx="0" clrIdx="552"/>
  <p:cmAuthor id="554" name="未知的使用者224" initials="未" lastIdx="0" clrIdx="553"/>
  <p:cmAuthor id="555" name="未知的使用者252" initials="未" lastIdx="0" clrIdx="554"/>
  <p:cmAuthor id="556" name="未知的使用者253" initials="未" lastIdx="0" clrIdx="555"/>
  <p:cmAuthor id="557" name="未知的使用者254" initials="未" lastIdx="0" clrIdx="556"/>
  <p:cmAuthor id="558" name="未知的使用者255" initials="未" lastIdx="0" clrIdx="557"/>
  <p:cmAuthor id="559" name="未知的使用者226" initials="未" lastIdx="0" clrIdx="558"/>
  <p:cmAuthor id="560" name="未知的使用者227" initials="未" lastIdx="0" clrIdx="559"/>
  <p:cmAuthor id="561" name="未知的使用者270" initials="未" lastIdx="0" clrIdx="560"/>
  <p:cmAuthor id="562" name="未知的使用者228" initials="未" lastIdx="0" clrIdx="561"/>
  <p:cmAuthor id="563" name="未知的使用者229" initials="未" lastIdx="0" clrIdx="562"/>
  <p:cmAuthor id="564" name="未知的使用者230" initials="未" lastIdx="0" clrIdx="563"/>
  <p:cmAuthor id="565" name="未知的使用者231" initials="未" lastIdx="0" clrIdx="564"/>
  <p:cmAuthor id="566" name="未知的使用者256" initials="未" lastIdx="0" clrIdx="565"/>
  <p:cmAuthor id="567" name="未知的使用者233" initials="未" lastIdx="0" clrIdx="566"/>
  <p:cmAuthor id="568" name="未知的使用者234" initials="未" lastIdx="0" clrIdx="567"/>
  <p:cmAuthor id="569" name="未知的使用者235" initials="未" lastIdx="0" clrIdx="568"/>
  <p:cmAuthor id="570" name="未知的使用者236" initials="未" lastIdx="0" clrIdx="569"/>
  <p:cmAuthor id="571" name="未知的使用者257" initials="未" lastIdx="0" clrIdx="570"/>
  <p:cmAuthor id="572" name="未知的使用者237" initials="未" lastIdx="0" clrIdx="571"/>
  <p:cmAuthor id="573" name="未知的使用者238" initials="未" lastIdx="0" clrIdx="572"/>
  <p:cmAuthor id="574" name="未知的使用者239" initials="未" lastIdx="0" clrIdx="573"/>
  <p:cmAuthor id="575" name="未知的使用者240" initials="未" lastIdx="0" clrIdx="574"/>
  <p:cmAuthor id="576" name="未知的使用者241" initials="未" lastIdx="0" clrIdx="575"/>
  <p:cmAuthor id="577" name="未知的使用者242" initials="未" lastIdx="0" clrIdx="576"/>
  <p:cmAuthor id="578" name="未知的使用者243" initials="未" lastIdx="0" clrIdx="577"/>
  <p:cmAuthor id="579" name="未知的使用者258" initials="未" lastIdx="0" clrIdx="578"/>
  <p:cmAuthor id="580" name="未知的使用者259" initials="未" lastIdx="0" clrIdx="579"/>
  <p:cmAuthor id="581" name="未知的使用者260" initials="未" lastIdx="0" clrIdx="580"/>
  <p:cmAuthor id="582" name="未知的使用者261" initials="未" lastIdx="0" clrIdx="581"/>
  <p:cmAuthor id="583" name="未知的使用者262" initials="未" lastIdx="0" clrIdx="582"/>
  <p:cmAuthor id="584" name="未知的使用者263" initials="未" lastIdx="0" clrIdx="583"/>
  <p:cmAuthor id="585" name="未知的使用者264" initials="未" lastIdx="0" clrIdx="584"/>
  <p:cmAuthor id="586" name="未知的使用者265" initials="未" lastIdx="0" clrIdx="585"/>
  <p:cmAuthor id="587" name="未知的使用者266" initials="未" lastIdx="0" clrIdx="586"/>
  <p:cmAuthor id="588" name="未知的使用者267" initials="未" lastIdx="0" clrIdx="587"/>
  <p:cmAuthor id="589" name="未知的使用者268" initials="未" lastIdx="0" clrIdx="588"/>
  <p:cmAuthor id="590" name="未知的使用者269" initials="未" lastIdx="0" clrIdx="589"/>
  <p:cmAuthor id="591" name="lillian" initials="l" lastIdx="0" clrIdx="590"/>
  <p:cmAuthor id="592" name="未知用户197" initials="未" lastIdx="0" clrIdx="591"/>
  <p:cmAuthor id="593" name="Sarah" initials="S" lastIdx="0" clrIdx="592"/>
  <p:cmAuthor id="594" name="Vivek Mohan" initials="VM" lastIdx="0" clrIdx="593"/>
  <p:cmAuthor id="595" name="admin" initials="a" lastIdx="0" clrIdx="594"/>
  <p:cmAuthor id="596" name="WPS_1679281038" initials="W" lastIdx="0" clrIdx="595"/>
  <p:cmAuthor id="597" name="Di Wu" initials="DW" lastIdx="0" clrIdx="596"/>
  <p:cmAuthor id="598" name="shenliang" initials="s" lastIdx="0" clrIdx="597"/>
  <p:cmAuthor id="599" name="lvkai" initials="l" lastIdx="0" clrIdx="598"/>
  <p:cmAuthor id="600" name="Lenovo" initials="L" lastIdx="0" clrIdx="59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E9ECF6"/>
    <a:srgbClr val="F2F2F2"/>
    <a:srgbClr val="0092EE"/>
    <a:srgbClr val="C4D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42"/>
        <p:guide pos="37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10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4.png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image" Target="../media/image6.png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image" Target="../media/image10.png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image" Target="../media/image10.png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3" Type="http://schemas.openxmlformats.org/officeDocument/2006/relationships/tags" Target="../tags/tag83.xml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png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PPT-0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708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45490" y="6578600"/>
            <a:ext cx="4760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55 Regular" panose="00020600040101010101" charset="-122"/>
              </a:rPr>
              <a:t>让万物互联更简单！</a:t>
            </a:r>
            <a:endParaRPr lang="zh-CN" altLang="en-US" sz="1000">
              <a:solidFill>
                <a:schemeClr val="bg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55 Regular" panose="00020600040101010101" charset="-122"/>
            </a:endParaRPr>
          </a:p>
        </p:txBody>
      </p:sp>
      <p:sp>
        <p:nvSpPr>
          <p:cNvPr id="4" name="标题 5"/>
          <p:cNvSpPr>
            <a:spLocks noGrp="1"/>
          </p:cNvSpPr>
          <p:nvPr>
            <p:ph type="title" hasCustomPrompt="1"/>
          </p:nvPr>
        </p:nvSpPr>
        <p:spPr>
          <a:xfrm>
            <a:off x="1270377" y="428904"/>
            <a:ext cx="5424170" cy="598643"/>
          </a:xfrm>
        </p:spPr>
        <p:txBody>
          <a:bodyPr/>
          <a:lstStyle>
            <a:lvl1pPr algn="l">
              <a:defRPr sz="3200"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65 Medium" panose="00020600040101010101" charset="-122"/>
              </a:defRPr>
            </a:lvl1pPr>
          </a:lstStyle>
          <a:p>
            <a:r>
              <a:rPr lang="zh-CN" altLang="en-US" dirty="0" smtClean="0"/>
              <a:t>应用案例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产品场景</a:t>
            </a:r>
            <a:endParaRPr lang="zh-CN" altLang="en-US" dirty="0"/>
          </a:p>
        </p:txBody>
      </p:sp>
      <p:sp>
        <p:nvSpPr>
          <p:cNvPr id="9" name="任意多边形 17"/>
          <p:cNvSpPr/>
          <p:nvPr userDrawn="1"/>
        </p:nvSpPr>
        <p:spPr>
          <a:xfrm>
            <a:off x="951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0" name="任意多边形 18"/>
          <p:cNvSpPr/>
          <p:nvPr userDrawn="1"/>
        </p:nvSpPr>
        <p:spPr>
          <a:xfrm>
            <a:off x="824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635" y="488315"/>
            <a:ext cx="1017905" cy="417830"/>
          </a:xfrm>
          <a:prstGeom prst="rect">
            <a:avLst/>
          </a:pr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-0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01997" y="2582172"/>
            <a:ext cx="6487886" cy="959222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4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55 Regular" panose="00020600040101010101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1101990" y="3701105"/>
            <a:ext cx="5342400" cy="78120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bg1"/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-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635"/>
            <a:ext cx="12200890" cy="6858635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sz="quarter" idx="16" hasCustomPrompt="1"/>
          </p:nvPr>
        </p:nvSpPr>
        <p:spPr>
          <a:xfrm>
            <a:off x="1101990" y="1834200"/>
            <a:ext cx="6487893" cy="1863031"/>
          </a:xfrm>
        </p:spPr>
        <p:txBody>
          <a:bodyPr>
            <a:noAutofit/>
          </a:bodyPr>
          <a:lstStyle>
            <a:lvl1pPr marL="0" indent="0">
              <a:buNone/>
              <a:defRPr sz="14000" b="1" i="0">
                <a:solidFill>
                  <a:schemeClr val="bg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105 Heavy" panose="00020600040101010101" charset="-122"/>
              </a:defRPr>
            </a:lvl1pPr>
            <a:lvl2pPr marL="457200" indent="0">
              <a:buNone/>
              <a:defRPr sz="14000" b="1" i="0">
                <a:solidFill>
                  <a:schemeClr val="bg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105 Heavy" panose="00020600040101010101" charset="-122"/>
              </a:defRPr>
            </a:lvl2pPr>
            <a:lvl3pPr marL="914400" indent="0">
              <a:buNone/>
              <a:defRPr sz="14000" b="1" i="0">
                <a:solidFill>
                  <a:schemeClr val="bg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105 Heavy" panose="00020600040101010101" charset="-122"/>
              </a:defRPr>
            </a:lvl3pPr>
            <a:lvl4pPr marL="1371600" indent="0">
              <a:buNone/>
              <a:defRPr sz="14000" b="1" i="0">
                <a:solidFill>
                  <a:schemeClr val="bg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105 Heavy" panose="00020600040101010101" charset="-122"/>
              </a:defRPr>
            </a:lvl4pPr>
            <a:lvl5pPr marL="1828800" indent="0">
              <a:buNone/>
              <a:defRPr sz="14000" b="1" i="0">
                <a:solidFill>
                  <a:schemeClr val="bg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105 Heavy" panose="00020600040101010101" charset="-122"/>
              </a:defRPr>
            </a:lvl5pPr>
          </a:lstStyle>
          <a:p>
            <a:pPr lvl="0"/>
            <a:r>
              <a:rPr kumimoji="1" lang="zh-CN" altLang="en-US" dirty="0" smtClean="0"/>
              <a:t>序号</a:t>
            </a:r>
            <a:endParaRPr kumimoji="1" lang="zh-CN" altLang="en-US" dirty="0" smtClean="0"/>
          </a:p>
        </p:txBody>
      </p:sp>
      <p:sp>
        <p:nvSpPr>
          <p:cNvPr id="16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01990" y="3697231"/>
            <a:ext cx="6487886" cy="959222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4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55 Regular" panose="00020600040101010101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1101983" y="4816164"/>
            <a:ext cx="5342400" cy="78120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bg1"/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PPT-0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708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8165" y="784225"/>
            <a:ext cx="3244850" cy="882015"/>
          </a:xfrm>
        </p:spPr>
        <p:txBody>
          <a:bodyPr anchor="ctr">
            <a:normAutofit/>
          </a:bodyPr>
          <a:lstStyle>
            <a:lvl1pPr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55 Regular" panose="00020600040101010101" charset="-122"/>
              </a:defRPr>
            </a:lvl1pPr>
          </a:lstStyle>
          <a:p>
            <a:r>
              <a:rPr lang="zh-CN" altLang="en-US" dirty="0"/>
              <a:t>单击编辑大标题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61975" y="1778000"/>
            <a:ext cx="3242310" cy="4092575"/>
          </a:xfr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4" hasCustomPrompt="1"/>
            <p:custDataLst>
              <p:tags r:id="rId5"/>
            </p:custDataLst>
          </p:nvPr>
        </p:nvSpPr>
        <p:spPr>
          <a:xfrm>
            <a:off x="4196080" y="782955"/>
            <a:ext cx="7348855" cy="5087620"/>
          </a:xfrm>
        </p:spPr>
        <p:txBody>
          <a:bodyPr/>
          <a:lstStyle>
            <a:lvl1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defRPr>
            </a:lvl1pPr>
            <a:lvl2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单击此处插入框图</a:t>
            </a:r>
            <a:r>
              <a:rPr lang="en-US" altLang="zh-CN" dirty="0"/>
              <a:t>/</a:t>
            </a:r>
            <a:r>
              <a:rPr lang="zh-CN" altLang="en-US" dirty="0"/>
              <a:t>图表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01735" y="587121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</a:lstStyle>
          <a:p>
            <a:r>
              <a:rPr lang="zh-CN" altLang="en-US"/>
              <a:t>单机此处编辑图表名称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838200" y="6541770"/>
            <a:ext cx="4760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55 Regular" panose="00020600040101010101" charset="-122"/>
              </a:rPr>
              <a:t>让万物互联更简单！</a:t>
            </a:r>
            <a:endParaRPr lang="zh-CN" altLang="en-US" sz="1000">
              <a:solidFill>
                <a:schemeClr val="bg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55 Regular" panose="00020600040101010101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-0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7080" cy="6858000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3"/>
            </p:custDataLst>
          </p:nvPr>
        </p:nvSpPr>
        <p:spPr>
          <a:xfrm>
            <a:off x="4220845" y="887095"/>
            <a:ext cx="3412490" cy="2894330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插入图片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 hasCustomPrompt="1"/>
            <p:custDataLst>
              <p:tags r:id="rId4"/>
            </p:custDataLst>
          </p:nvPr>
        </p:nvSpPr>
        <p:spPr>
          <a:xfrm>
            <a:off x="7938770" y="887095"/>
            <a:ext cx="3428365" cy="2894330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插入图片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4213225" y="4041140"/>
            <a:ext cx="3412490" cy="471170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</a:defRPr>
            </a:lvl1pPr>
          </a:lstStyle>
          <a:p>
            <a:pPr lvl="0"/>
            <a:r>
              <a:rPr lang="zh-CN" altLang="en-US" dirty="0"/>
              <a:t>影像选择说明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 hasCustomPrompt="1"/>
            <p:custDataLst>
              <p:tags r:id="rId6"/>
            </p:custDataLst>
          </p:nvPr>
        </p:nvSpPr>
        <p:spPr>
          <a:xfrm>
            <a:off x="7949565" y="4037330"/>
            <a:ext cx="3428365" cy="474980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</a:defRPr>
            </a:lvl1pPr>
          </a:lstStyle>
          <a:p>
            <a:pPr lvl="0"/>
            <a:r>
              <a:rPr lang="zh-CN" altLang="en-US" dirty="0"/>
              <a:t>内文小标题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8165" y="887095"/>
            <a:ext cx="3184525" cy="882015"/>
          </a:xfrm>
        </p:spPr>
        <p:txBody>
          <a:bodyPr anchor="ctr">
            <a:normAutofit/>
          </a:bodyPr>
          <a:lstStyle>
            <a:lvl1pPr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55 Regular" panose="00020600040101010101" charset="-122"/>
              </a:defRPr>
            </a:lvl1pPr>
          </a:lstStyle>
          <a:p>
            <a:r>
              <a:rPr lang="zh-CN" altLang="en-US" dirty="0"/>
              <a:t>单击编辑大标题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561975" y="1880870"/>
            <a:ext cx="3181350" cy="669290"/>
          </a:xfr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18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eaLnBrk="1" fontAlgn="auto" latinLnBrk="0" hangingPunct="1">
              <a:lnSpc>
                <a:spcPct val="150000"/>
              </a:lnSpc>
              <a:defRPr sz="16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4213225" y="4644390"/>
            <a:ext cx="3412490" cy="1444625"/>
          </a:xfrm>
        </p:spPr>
        <p:txBody>
          <a:bodyPr>
            <a:noAutofit/>
          </a:bodyPr>
          <a:lstStyle>
            <a:lvl1pPr marL="0" indent="0" eaLnBrk="1" fontAlgn="auto" latinLnBrk="0" hangingPunct="1">
              <a:lnSpc>
                <a:spcPct val="150000"/>
              </a:lnSpc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</a:lstStyle>
          <a:p>
            <a:pPr lvl="0"/>
            <a:r>
              <a:rPr lang="zh-CN" altLang="en-US" dirty="0"/>
              <a:t>利尔达的影像风格以明亮、科技、连结的影像语言为主，在影像中，以亮蓝色调为基调，体现专业稳定的视觉感受，影像整体相辅相成，塑造利尔达影像的品牌感受。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9" hasCustomPrompt="1"/>
            <p:custDataLst>
              <p:tags r:id="rId10"/>
            </p:custDataLst>
          </p:nvPr>
        </p:nvSpPr>
        <p:spPr>
          <a:xfrm>
            <a:off x="7938770" y="4644390"/>
            <a:ext cx="3412490" cy="1444625"/>
          </a:xfrm>
        </p:spPr>
        <p:txBody>
          <a:bodyPr>
            <a:noAutofit/>
          </a:bodyPr>
          <a:lstStyle>
            <a:lvl1pPr marL="171450" indent="-17145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</a:lstStyle>
          <a:p>
            <a:pPr lvl="0"/>
            <a:r>
              <a:rPr lang="zh-CN" altLang="en-US" dirty="0"/>
              <a:t>画面以有清晰的内容识别</a:t>
            </a:r>
            <a:endParaRPr lang="zh-CN" altLang="en-US" dirty="0"/>
          </a:p>
          <a:p>
            <a:pPr lvl="0"/>
            <a:r>
              <a:rPr lang="zh-CN" altLang="en-US" dirty="0"/>
              <a:t>影像调性以干净、科技感为指导</a:t>
            </a:r>
            <a:endParaRPr lang="zh-CN" altLang="en-US" dirty="0"/>
          </a:p>
          <a:p>
            <a:pPr lvl="0"/>
            <a:r>
              <a:rPr lang="zh-CN" altLang="en-US" dirty="0"/>
              <a:t>影像可选择合成效果图进行使用</a:t>
            </a:r>
            <a:endParaRPr lang="zh-CN" altLang="en-US" dirty="0"/>
          </a:p>
        </p:txBody>
      </p:sp>
      <p:sp>
        <p:nvSpPr>
          <p:cNvPr id="16" name="path"/>
          <p:cNvSpPr/>
          <p:nvPr userDrawn="1"/>
        </p:nvSpPr>
        <p:spPr>
          <a:xfrm>
            <a:off x="611018" y="2656192"/>
            <a:ext cx="3096000" cy="12700"/>
          </a:xfrm>
          <a:custGeom>
            <a:avLst/>
            <a:gdLst/>
            <a:ahLst/>
            <a:cxnLst/>
            <a:rect l="0" t="0" r="0" b="0"/>
            <a:pathLst>
              <a:path w="6602" h="20">
                <a:moveTo>
                  <a:pt x="0" y="10"/>
                </a:moveTo>
                <a:lnTo>
                  <a:pt x="6602" y="10"/>
                </a:lnTo>
              </a:path>
            </a:pathLst>
          </a:custGeom>
          <a:noFill/>
          <a:ln w="12700" cap="flat">
            <a:solidFill>
              <a:srgbClr val="CCCCCC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0" hasCustomPrompt="1"/>
            <p:custDataLst>
              <p:tags r:id="rId11"/>
            </p:custDataLst>
          </p:nvPr>
        </p:nvSpPr>
        <p:spPr>
          <a:xfrm>
            <a:off x="561975" y="2774950"/>
            <a:ext cx="3242310" cy="3306445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正文内文简要说明</a:t>
            </a:r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838200" y="6541770"/>
            <a:ext cx="4760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55 Regular" panose="00020600040101010101" charset="-122"/>
              </a:rPr>
              <a:t>让万物互联更简单！</a:t>
            </a:r>
            <a:endParaRPr lang="zh-CN" altLang="en-US" sz="1000">
              <a:solidFill>
                <a:schemeClr val="bg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55 Regular" panose="00020600040101010101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有说明的表格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 userDrawn="1"/>
        </p:nvSpPr>
        <p:spPr>
          <a:xfrm>
            <a:off x="951230" y="72898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635" y="4940300"/>
            <a:ext cx="12191365" cy="1917700"/>
          </a:xfrm>
          <a:prstGeom prst="rect">
            <a:avLst/>
          </a:pr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 hasCustomPrompt="1"/>
            <p:custDataLst>
              <p:tags r:id="rId2"/>
            </p:custDataLst>
          </p:nvPr>
        </p:nvSpPr>
        <p:spPr>
          <a:xfrm>
            <a:off x="1282065" y="1494790"/>
            <a:ext cx="9626600" cy="3314700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2pPr>
            <a:lvl3pPr marL="914400" indent="0">
              <a:buNone/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3pPr>
            <a:lvl4pPr marL="13716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4pPr>
            <a:lvl5pPr marL="1828800" indent="0">
              <a:buNone/>
              <a:defRPr sz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单击此处插入视频和图表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1283335" y="5309870"/>
            <a:ext cx="9625965" cy="1011555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</a:lstStyle>
          <a:p>
            <a:pPr lvl="0"/>
            <a:r>
              <a:rPr lang="zh-CN" altLang="en-US" dirty="0"/>
              <a:t>内文说明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3335" y="728980"/>
            <a:ext cx="9625330" cy="565150"/>
          </a:xfrm>
        </p:spPr>
        <p:txBody>
          <a:bodyPr anchor="ctr">
            <a:normAutofit/>
          </a:bodyPr>
          <a:lstStyle>
            <a:lvl1pPr algn="l">
              <a:defRPr sz="3200" baseline="0">
                <a:solidFill>
                  <a:schemeClr val="tx1"/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</a:defRPr>
            </a:lvl1pPr>
          </a:lstStyle>
          <a:p>
            <a:r>
              <a:rPr lang="zh-CN" altLang="en-US" dirty="0"/>
              <a:t>说明型表格版式，此处插入表格标题</a:t>
            </a:r>
            <a:endParaRPr lang="zh-CN" altLang="en-US" dirty="0"/>
          </a:p>
        </p:txBody>
      </p:sp>
      <p:sp>
        <p:nvSpPr>
          <p:cNvPr id="4" name="任意多边形 3"/>
          <p:cNvSpPr/>
          <p:nvPr userDrawn="1"/>
        </p:nvSpPr>
        <p:spPr>
          <a:xfrm>
            <a:off x="0" y="4940300"/>
            <a:ext cx="1056005" cy="191770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1" name="任意多边形 10"/>
          <p:cNvSpPr/>
          <p:nvPr userDrawn="1"/>
        </p:nvSpPr>
        <p:spPr>
          <a:xfrm>
            <a:off x="824230" y="72898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635" y="728345"/>
            <a:ext cx="1017905" cy="417830"/>
          </a:xfrm>
          <a:prstGeom prst="rect">
            <a:avLst/>
          </a:pr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数表版式">
    <p:bg>
      <p:bgPr>
        <a:solidFill>
          <a:srgbClr val="007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>
            <a:off x="0" y="0"/>
            <a:ext cx="4361815" cy="685800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2870" y="1023140"/>
            <a:ext cx="9626400" cy="723600"/>
          </a:xfrm>
        </p:spPr>
        <p:txBody>
          <a:bodyPr wrap="square" anchor="ctr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4"/>
            </p:custDataLst>
          </p:nvPr>
        </p:nvSpPr>
        <p:spPr>
          <a:xfrm>
            <a:off x="1282700" y="1746885"/>
            <a:ext cx="9626600" cy="4221480"/>
          </a:xfrm>
        </p:spPr>
        <p:txBody>
          <a:bodyPr wrap="square">
            <a:normAutofit/>
          </a:bodyPr>
          <a:lstStyle>
            <a:lvl1pPr marL="0" indent="0" eaLnBrk="1" fontAlgn="auto" latinLnBrk="0" hangingPunct="1">
              <a:lnSpc>
                <a:spcPts val="1440"/>
              </a:lnSpc>
              <a:buNone/>
              <a:defRPr sz="1200" baseline="0">
                <a:solidFill>
                  <a:schemeClr val="tx1"/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1pPr>
            <a:lvl2pPr marL="457200" indent="0">
              <a:buNone/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buNone/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buNone/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buNone/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单击此处插入表格，最多</a:t>
            </a:r>
            <a:r>
              <a:rPr lang="en-US" altLang="zh-CN" dirty="0"/>
              <a:t>14</a:t>
            </a:r>
            <a:r>
              <a:rPr lang="zh-CN" altLang="en-US" dirty="0"/>
              <a:t>行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产品概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quarter" idx="14" hasCustomPrompt="1"/>
            <p:custDataLst>
              <p:tags r:id="rId2"/>
            </p:custDataLst>
          </p:nvPr>
        </p:nvSpPr>
        <p:spPr>
          <a:xfrm>
            <a:off x="6655435" y="1011555"/>
            <a:ext cx="3674745" cy="2886710"/>
          </a:xfrm>
        </p:spPr>
        <p:txBody>
          <a:bodyPr/>
          <a:lstStyle>
            <a:lvl1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defRPr>
            </a:lvl1pPr>
            <a:lvl2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单击此处插入产品图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955675" y="-12065"/>
            <a:ext cx="4361815" cy="689102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514985" y="-12065"/>
            <a:ext cx="4361815" cy="689102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-24130" y="-12065"/>
            <a:ext cx="4361815" cy="689102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C74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55675" y="2047875"/>
            <a:ext cx="2257425" cy="216027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</a:defRPr>
            </a:lvl1pPr>
          </a:lstStyle>
          <a:p>
            <a:r>
              <a:rPr lang="zh-CN" altLang="en-US" smtClean="0"/>
              <a:t>产品名称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5317490" y="4208145"/>
            <a:ext cx="6078220" cy="1995170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6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产品概述，</a:t>
            </a:r>
            <a:r>
              <a:rPr lang="en-US" altLang="zh-CN" dirty="0"/>
              <a:t>120</a:t>
            </a:r>
            <a:r>
              <a:rPr lang="zh-CN" altLang="en-US" dirty="0"/>
              <a:t>字以内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PPT-0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708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3200"/>
            </a:lvl1pPr>
          </a:lstStyle>
          <a:p>
            <a:r>
              <a:rPr lang="zh-CN" altLang="en-US" smtClean="0"/>
              <a:t>产品表格版式，此处编辑产品名称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311650" y="5736590"/>
            <a:ext cx="2743200" cy="365125"/>
          </a:xfrm>
        </p:spPr>
        <p:txBody>
          <a:bodyPr/>
          <a:lstStyle>
            <a:lvl1pPr algn="r">
              <a:defRPr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1pPr>
          </a:lstStyle>
          <a:p>
            <a:r>
              <a:rPr lang="zh-CN" altLang="en-US" smtClean="0"/>
              <a:t>表格名称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14" hasCustomPrompt="1"/>
            <p:custDataLst>
              <p:tags r:id="rId3"/>
            </p:custDataLst>
          </p:nvPr>
        </p:nvSpPr>
        <p:spPr>
          <a:xfrm>
            <a:off x="838200" y="1876425"/>
            <a:ext cx="6216650" cy="3860165"/>
          </a:xfr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12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defRPr>
            </a:lvl1pPr>
            <a:lvl2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单击此处插入表格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7257415" y="3931285"/>
            <a:ext cx="4097020" cy="1805305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产品概述，</a:t>
            </a:r>
            <a:r>
              <a:rPr lang="en-US" altLang="zh-CN" dirty="0"/>
              <a:t>120</a:t>
            </a:r>
            <a:r>
              <a:rPr lang="zh-CN" altLang="en-US" dirty="0"/>
              <a:t>字以内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838200" y="6541770"/>
            <a:ext cx="4760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55 Regular" panose="00020600040101010101" charset="-122"/>
              </a:rPr>
              <a:t>让万物互联更简单！</a:t>
            </a:r>
            <a:endParaRPr lang="zh-CN" altLang="en-US" sz="1000">
              <a:solidFill>
                <a:schemeClr val="bg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55 Regular" panose="00020600040101010101" charset="-122"/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21" hasCustomPrompt="1"/>
            <p:custDataLst>
              <p:tags r:id="rId5"/>
            </p:custDataLst>
          </p:nvPr>
        </p:nvSpPr>
        <p:spPr>
          <a:xfrm>
            <a:off x="7256780" y="1875790"/>
            <a:ext cx="4096385" cy="190563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插入产品图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产品文字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-08"/>
          <p:cNvPicPr>
            <a:picLocks noChangeAspect="1"/>
          </p:cNvPicPr>
          <p:nvPr userDrawn="1"/>
        </p:nvPicPr>
        <p:blipFill>
          <a:blip r:embed="rId2"/>
          <a:srcRect l="9380" t="94959" r="9247"/>
          <a:stretch>
            <a:fillRect/>
          </a:stretch>
        </p:blipFill>
        <p:spPr>
          <a:xfrm>
            <a:off x="635" y="6497955"/>
            <a:ext cx="12191365" cy="381000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sz="quarter" idx="14" hasCustomPrompt="1"/>
            <p:custDataLst>
              <p:tags r:id="rId3"/>
            </p:custDataLst>
          </p:nvPr>
        </p:nvSpPr>
        <p:spPr>
          <a:xfrm>
            <a:off x="5022850" y="2313940"/>
            <a:ext cx="2411730" cy="3148965"/>
          </a:xfrm>
        </p:spPr>
        <p:txBody>
          <a:bodyPr/>
          <a:lstStyle>
            <a:lvl1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defRPr>
            </a:lvl1pPr>
            <a:lvl2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此处插入产品图</a:t>
            </a:r>
            <a:endParaRPr lang="zh-CN" altLang="en-US" dirty="0"/>
          </a:p>
        </p:txBody>
      </p:sp>
      <p:sp>
        <p:nvSpPr>
          <p:cNvPr id="9" name="任意多边形 8"/>
          <p:cNvSpPr/>
          <p:nvPr userDrawn="1"/>
        </p:nvSpPr>
        <p:spPr>
          <a:xfrm>
            <a:off x="-10795" y="-12065"/>
            <a:ext cx="4361815" cy="689102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5B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7779385" y="3914775"/>
            <a:ext cx="3570605" cy="1995170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Font typeface="Arial" panose="020B0604020202020204" pitchFamily="34" charset="0"/>
              <a:buNone/>
              <a:defRPr sz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重要参数（</a:t>
            </a:r>
            <a:r>
              <a:rPr lang="en-US" altLang="zh-CN" dirty="0" smtClean="0">
                <a:sym typeface="+mn-ea"/>
              </a:rPr>
              <a:t>6</a:t>
            </a:r>
            <a:r>
              <a:rPr lang="zh-CN" altLang="en-US" dirty="0" smtClean="0">
                <a:sym typeface="+mn-ea"/>
              </a:rPr>
              <a:t>项以内）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0395" y="2313940"/>
            <a:ext cx="2602865" cy="2383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  <a:defRPr sz="2000">
                <a:solidFill>
                  <a:schemeClr val="bg1"/>
                </a:solidFill>
              </a:defRPr>
            </a:lvl1pPr>
            <a:lvl2pPr algn="l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  <a:defRPr sz="2000">
                <a:solidFill>
                  <a:schemeClr val="bg1"/>
                </a:solidFill>
              </a:defRPr>
            </a:lvl2pPr>
            <a:lvl3pPr algn="l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  <a:defRPr sz="2000">
                <a:solidFill>
                  <a:schemeClr val="bg1"/>
                </a:solidFill>
              </a:defRPr>
            </a:lvl3pPr>
            <a:lvl4pPr algn="l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  <a:defRPr sz="2000">
                <a:solidFill>
                  <a:schemeClr val="bg1"/>
                </a:solidFill>
              </a:defRPr>
            </a:lvl4pPr>
            <a:lvl5pPr marL="1828800" indent="0" algn="l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优势说明</a:t>
            </a:r>
            <a:r>
              <a:rPr lang="en-US" altLang="zh-CN" smtClean="0"/>
              <a:t>1</a:t>
            </a:r>
            <a:endParaRPr lang="en-US" altLang="zh-CN" smtClean="0"/>
          </a:p>
          <a:p>
            <a:pPr lvl="0"/>
            <a:r>
              <a:rPr lang="en-US" altLang="zh-CN" smtClean="0"/>
              <a:t>优</a:t>
            </a:r>
            <a:r>
              <a:rPr lang="zh-CN" altLang="en-US" smtClean="0"/>
              <a:t>势说明</a:t>
            </a:r>
            <a:r>
              <a:rPr lang="en-US" altLang="zh-CN" smtClean="0"/>
              <a:t>2</a:t>
            </a:r>
            <a:endParaRPr lang="en-US" altLang="zh-CN" smtClean="0"/>
          </a:p>
          <a:p>
            <a:pPr lvl="0"/>
            <a:r>
              <a:rPr lang="en-US" altLang="zh-CN" smtClean="0"/>
              <a:t>优</a:t>
            </a:r>
            <a:r>
              <a:rPr lang="zh-CN" altLang="en-US" smtClean="0"/>
              <a:t>势说明</a:t>
            </a:r>
            <a:r>
              <a:rPr lang="en-US" altLang="zh-CN" smtClean="0"/>
              <a:t>3</a:t>
            </a:r>
            <a:endParaRPr lang="en-US" altLang="zh-CN" smtClean="0"/>
          </a:p>
          <a:p>
            <a:pPr lvl="0"/>
            <a:r>
              <a:rPr lang="en-US" altLang="zh-CN" smtClean="0"/>
              <a:t>优</a:t>
            </a:r>
            <a:r>
              <a:rPr lang="zh-CN" altLang="en-US" smtClean="0"/>
              <a:t>势说明</a:t>
            </a:r>
            <a:r>
              <a:rPr lang="en-US" altLang="zh-CN" smtClean="0"/>
              <a:t>4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5022850" y="5593715"/>
            <a:ext cx="2411730" cy="316230"/>
          </a:xfrm>
        </p:spPr>
        <p:txBody>
          <a:bodyPr/>
          <a:lstStyle>
            <a:lvl1pPr marL="0" indent="0" algn="ctr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产品名称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779385" y="2313940"/>
            <a:ext cx="3571240" cy="1483360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Font typeface="Arial" panose="020B0604020202020204" pitchFamily="34" charset="0"/>
              <a:buNone/>
              <a:defRPr sz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产品概述，</a:t>
            </a:r>
            <a:r>
              <a:rPr lang="en-US" altLang="zh-CN" dirty="0" smtClean="0">
                <a:sym typeface="+mn-ea"/>
              </a:rPr>
              <a:t>100</a:t>
            </a:r>
            <a:r>
              <a:rPr lang="zh-CN" altLang="en-US" dirty="0" smtClean="0">
                <a:sym typeface="+mn-ea"/>
              </a:rPr>
              <a:t>字以内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</p:nvPr>
        </p:nvSpPr>
        <p:spPr>
          <a:xfrm>
            <a:off x="5023485" y="715645"/>
            <a:ext cx="6327775" cy="1278890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zh-CN" altLang="en-US" smtClean="0"/>
              <a:t>产品文字介绍，名称和型号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21" hasCustomPrompt="1"/>
          </p:nvPr>
        </p:nvSpPr>
        <p:spPr>
          <a:xfrm>
            <a:off x="620395" y="1414145"/>
            <a:ext cx="2602865" cy="899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  <a:defRPr sz="2400">
                <a:solidFill>
                  <a:schemeClr val="bg1"/>
                </a:solidFill>
              </a:defRPr>
            </a:lvl1pPr>
            <a:lvl2pPr algn="l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  <a:defRPr sz="2000">
                <a:solidFill>
                  <a:schemeClr val="bg1"/>
                </a:solidFill>
              </a:defRPr>
            </a:lvl2pPr>
            <a:lvl3pPr algn="l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  <a:defRPr sz="2000">
                <a:solidFill>
                  <a:schemeClr val="bg1"/>
                </a:solidFill>
              </a:defRPr>
            </a:lvl3pPr>
            <a:lvl4pPr algn="l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  <a:defRPr sz="2000">
                <a:solidFill>
                  <a:schemeClr val="bg1"/>
                </a:solidFill>
              </a:defRPr>
            </a:lvl4pPr>
            <a:lvl5pPr marL="1828800" indent="0" algn="l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优势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PPT-08"/>
          <p:cNvPicPr>
            <a:picLocks noChangeAspect="1"/>
          </p:cNvPicPr>
          <p:nvPr userDrawn="1"/>
        </p:nvPicPr>
        <p:blipFill>
          <a:blip r:embed="rId2"/>
          <a:srcRect t="9456" r="9397"/>
          <a:stretch>
            <a:fillRect/>
          </a:stretch>
        </p:blipFill>
        <p:spPr>
          <a:xfrm>
            <a:off x="0" y="11430"/>
            <a:ext cx="12184380" cy="6846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23085" y="367665"/>
            <a:ext cx="8900160" cy="969010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altLang="zh-CN" smtClean="0"/>
              <a:t>roadmap</a:t>
            </a:r>
            <a:r>
              <a:rPr lang="zh-CN" altLang="en-US" smtClean="0"/>
              <a:t>版式，此处填标题</a:t>
            </a:r>
            <a:endParaRPr lang="zh-CN" altLang="en-US" smtClean="0"/>
          </a:p>
        </p:txBody>
      </p:sp>
      <p:cxnSp>
        <p:nvCxnSpPr>
          <p:cNvPr id="3" name="直接箭头连接符 2"/>
          <p:cNvCxnSpPr/>
          <p:nvPr userDrawn="1"/>
        </p:nvCxnSpPr>
        <p:spPr>
          <a:xfrm>
            <a:off x="1823085" y="4909185"/>
            <a:ext cx="9367520" cy="0"/>
          </a:xfrm>
          <a:prstGeom prst="straightConnector1">
            <a:avLst/>
          </a:prstGeom>
          <a:ln w="12700" cmpd="sng">
            <a:solidFill>
              <a:srgbClr val="E6E6E6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1965960" y="6541135"/>
            <a:ext cx="1768475" cy="316230"/>
          </a:xfrm>
        </p:spPr>
        <p:txBody>
          <a:bodyPr/>
          <a:lstStyle>
            <a:lvl1pPr marL="0" indent="0" algn="r">
              <a:buNone/>
              <a:defRPr sz="12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注解说明</a:t>
            </a:r>
            <a:endParaRPr lang="zh-CN" altLang="en-US" dirty="0" smtClean="0">
              <a:sym typeface="+mn-ea"/>
            </a:endParaRPr>
          </a:p>
        </p:txBody>
      </p:sp>
      <p:cxnSp>
        <p:nvCxnSpPr>
          <p:cNvPr id="4" name="直接箭头连接符 3"/>
          <p:cNvCxnSpPr/>
          <p:nvPr userDrawn="1"/>
        </p:nvCxnSpPr>
        <p:spPr>
          <a:xfrm rot="16200000">
            <a:off x="-372915" y="3687910"/>
            <a:ext cx="4392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386715" y="5538470"/>
            <a:ext cx="1281430" cy="316230"/>
          </a:xfrm>
        </p:spPr>
        <p:txBody>
          <a:bodyPr/>
          <a:lstStyle>
            <a:lvl1pPr marL="0" indent="0" algn="r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纵轴名称</a:t>
            </a:r>
            <a:r>
              <a:rPr lang="en-US" altLang="zh-CN" dirty="0" smtClean="0">
                <a:sym typeface="+mn-ea"/>
              </a:rPr>
              <a:t>1</a:t>
            </a:r>
            <a:endParaRPr lang="en-US" altLang="zh-CN" dirty="0" smtClean="0">
              <a:sym typeface="+mn-ea"/>
            </a:endParaRPr>
          </a:p>
        </p:txBody>
      </p:sp>
      <p:cxnSp>
        <p:nvCxnSpPr>
          <p:cNvPr id="10" name="直接箭头连接符 9"/>
          <p:cNvCxnSpPr/>
          <p:nvPr userDrawn="1"/>
        </p:nvCxnSpPr>
        <p:spPr>
          <a:xfrm>
            <a:off x="1823085" y="5883910"/>
            <a:ext cx="93675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 userDrawn="1"/>
        </p:nvCxnSpPr>
        <p:spPr>
          <a:xfrm>
            <a:off x="1823085" y="3277235"/>
            <a:ext cx="9367520" cy="0"/>
          </a:xfrm>
          <a:prstGeom prst="straightConnector1">
            <a:avLst/>
          </a:prstGeom>
          <a:ln w="12700" cmpd="sng">
            <a:solidFill>
              <a:srgbClr val="E6E6E6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 userDrawn="1"/>
        </p:nvCxnSpPr>
        <p:spPr>
          <a:xfrm>
            <a:off x="1823085" y="4093210"/>
            <a:ext cx="9367520" cy="0"/>
          </a:xfrm>
          <a:prstGeom prst="straightConnector1">
            <a:avLst/>
          </a:prstGeom>
          <a:ln w="12700" cmpd="sng">
            <a:solidFill>
              <a:srgbClr val="E6E6E6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 userDrawn="1"/>
        </p:nvCxnSpPr>
        <p:spPr>
          <a:xfrm>
            <a:off x="1823085" y="2461260"/>
            <a:ext cx="9367520" cy="0"/>
          </a:xfrm>
          <a:prstGeom prst="straightConnector1">
            <a:avLst/>
          </a:prstGeom>
          <a:ln w="12700" cmpd="sng">
            <a:solidFill>
              <a:srgbClr val="E6E6E6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7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86715" y="4690110"/>
            <a:ext cx="1281430" cy="316230"/>
          </a:xfrm>
        </p:spPr>
        <p:txBody>
          <a:bodyPr/>
          <a:lstStyle>
            <a:lvl1pPr marL="0" indent="0" algn="r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纵轴名称</a:t>
            </a:r>
            <a:r>
              <a:rPr lang="en-US" altLang="zh-CN" dirty="0" smtClean="0">
                <a:sym typeface="+mn-ea"/>
              </a:rPr>
              <a:t>2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386715" y="3841750"/>
            <a:ext cx="1281430" cy="316230"/>
          </a:xfrm>
        </p:spPr>
        <p:txBody>
          <a:bodyPr/>
          <a:lstStyle>
            <a:lvl1pPr marL="0" indent="0" algn="r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纵轴名称</a:t>
            </a:r>
            <a:r>
              <a:rPr lang="en-US" altLang="zh-CN" dirty="0" smtClean="0">
                <a:sym typeface="+mn-ea"/>
              </a:rPr>
              <a:t>3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8" hasCustomPrompt="1"/>
            <p:custDataLst>
              <p:tags r:id="rId7"/>
            </p:custDataLst>
          </p:nvPr>
        </p:nvSpPr>
        <p:spPr>
          <a:xfrm>
            <a:off x="386715" y="2993390"/>
            <a:ext cx="1281430" cy="316230"/>
          </a:xfrm>
        </p:spPr>
        <p:txBody>
          <a:bodyPr/>
          <a:lstStyle>
            <a:lvl1pPr marL="0" indent="0" algn="r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纵轴名称</a:t>
            </a:r>
            <a:r>
              <a:rPr lang="en-US" altLang="zh-CN" dirty="0" smtClean="0">
                <a:sym typeface="+mn-ea"/>
              </a:rPr>
              <a:t>4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9" hasCustomPrompt="1"/>
            <p:custDataLst>
              <p:tags r:id="rId8"/>
            </p:custDataLst>
          </p:nvPr>
        </p:nvSpPr>
        <p:spPr>
          <a:xfrm>
            <a:off x="386715" y="2145030"/>
            <a:ext cx="1281430" cy="316230"/>
          </a:xfrm>
        </p:spPr>
        <p:txBody>
          <a:bodyPr/>
          <a:lstStyle>
            <a:lvl1pPr marL="0" indent="0" algn="r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纵轴名称</a:t>
            </a:r>
            <a:r>
              <a:rPr lang="en-US" altLang="zh-CN" dirty="0" smtClean="0">
                <a:sym typeface="+mn-ea"/>
              </a:rPr>
              <a:t>5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0" hasCustomPrompt="1"/>
            <p:custDataLst>
              <p:tags r:id="rId9"/>
            </p:custDataLst>
          </p:nvPr>
        </p:nvSpPr>
        <p:spPr>
          <a:xfrm>
            <a:off x="4262120" y="6541135"/>
            <a:ext cx="1768475" cy="316230"/>
          </a:xfrm>
        </p:spPr>
        <p:txBody>
          <a:bodyPr/>
          <a:lstStyle>
            <a:lvl1pPr marL="0" indent="0" algn="l">
              <a:buNone/>
              <a:defRPr sz="12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具体说明，</a:t>
            </a:r>
            <a:r>
              <a:rPr lang="en-US" altLang="zh-CN" dirty="0" smtClean="0">
                <a:sym typeface="+mn-ea"/>
              </a:rPr>
              <a:t>30</a:t>
            </a:r>
            <a:r>
              <a:rPr lang="zh-CN" altLang="en-US" dirty="0" smtClean="0">
                <a:sym typeface="+mn-ea"/>
              </a:rPr>
              <a:t>字内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21" hasCustomPrompt="1"/>
            <p:custDataLst>
              <p:tags r:id="rId10"/>
            </p:custDataLst>
          </p:nvPr>
        </p:nvSpPr>
        <p:spPr>
          <a:xfrm>
            <a:off x="1823085" y="5946775"/>
            <a:ext cx="1281430" cy="316230"/>
          </a:xfrm>
        </p:spPr>
        <p:txBody>
          <a:bodyPr/>
          <a:lstStyle>
            <a:lvl1pPr marL="0" indent="0" algn="l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横轴名称</a:t>
            </a:r>
            <a:r>
              <a:rPr lang="en-US" altLang="zh-CN" dirty="0" smtClean="0">
                <a:sym typeface="+mn-ea"/>
              </a:rPr>
              <a:t>1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22" hasCustomPrompt="1"/>
            <p:custDataLst>
              <p:tags r:id="rId11"/>
            </p:custDataLst>
          </p:nvPr>
        </p:nvSpPr>
        <p:spPr>
          <a:xfrm>
            <a:off x="4045585" y="5946775"/>
            <a:ext cx="1281430" cy="316230"/>
          </a:xfrm>
        </p:spPr>
        <p:txBody>
          <a:bodyPr/>
          <a:lstStyle>
            <a:lvl1pPr marL="0" indent="0" algn="l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横轴名称</a:t>
            </a:r>
            <a:r>
              <a:rPr lang="en-US" altLang="zh-CN" dirty="0" smtClean="0">
                <a:sym typeface="+mn-ea"/>
              </a:rPr>
              <a:t>2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23" hasCustomPrompt="1"/>
            <p:custDataLst>
              <p:tags r:id="rId12"/>
            </p:custDataLst>
          </p:nvPr>
        </p:nvSpPr>
        <p:spPr>
          <a:xfrm>
            <a:off x="6314440" y="5937885"/>
            <a:ext cx="1281430" cy="316230"/>
          </a:xfrm>
        </p:spPr>
        <p:txBody>
          <a:bodyPr/>
          <a:lstStyle>
            <a:lvl1pPr marL="0" indent="0" algn="l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横轴名称</a:t>
            </a:r>
            <a:r>
              <a:rPr lang="en-US" altLang="zh-CN" dirty="0" smtClean="0">
                <a:sym typeface="+mn-ea"/>
              </a:rPr>
              <a:t>3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24" hasCustomPrompt="1"/>
            <p:custDataLst>
              <p:tags r:id="rId13"/>
            </p:custDataLst>
          </p:nvPr>
        </p:nvSpPr>
        <p:spPr>
          <a:xfrm>
            <a:off x="4262120" y="6541135"/>
            <a:ext cx="1768475" cy="316230"/>
          </a:xfrm>
        </p:spPr>
        <p:txBody>
          <a:bodyPr/>
          <a:lstStyle>
            <a:lvl1pPr marL="0" indent="0" algn="l">
              <a:buNone/>
              <a:defRPr sz="12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具体说明，</a:t>
            </a:r>
            <a:r>
              <a:rPr lang="en-US" altLang="zh-CN" dirty="0" smtClean="0">
                <a:sym typeface="+mn-ea"/>
              </a:rPr>
              <a:t>30</a:t>
            </a:r>
            <a:r>
              <a:rPr lang="zh-CN" altLang="en-US" dirty="0" smtClean="0">
                <a:sym typeface="+mn-ea"/>
              </a:rPr>
              <a:t>字内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25" hasCustomPrompt="1"/>
            <p:custDataLst>
              <p:tags r:id="rId14"/>
            </p:custDataLst>
          </p:nvPr>
        </p:nvSpPr>
        <p:spPr>
          <a:xfrm>
            <a:off x="1823085" y="4909185"/>
            <a:ext cx="1281430" cy="337820"/>
          </a:xfrm>
          <a:solidFill>
            <a:srgbClr val="02267F"/>
          </a:solidFill>
        </p:spPr>
        <p:txBody>
          <a:bodyPr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产品型号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26" hasCustomPrompt="1"/>
            <p:custDataLst>
              <p:tags r:id="rId15"/>
            </p:custDataLst>
          </p:nvPr>
        </p:nvSpPr>
        <p:spPr>
          <a:xfrm>
            <a:off x="1823085" y="5219700"/>
            <a:ext cx="1281430" cy="633095"/>
          </a:xfrm>
          <a:solidFill>
            <a:srgbClr val="02267F"/>
          </a:solidFill>
        </p:spPr>
        <p:txBody>
          <a:bodyPr/>
          <a:lstStyle>
            <a:lvl1pPr marL="0" indent="0" algn="l" eaLnBrk="1" fontAlgn="auto" latinLnBrk="0" hangingPunct="1">
              <a:lnSpc>
                <a:spcPts val="420"/>
              </a:lnSpc>
              <a:buNone/>
              <a:defRPr sz="10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特点</a:t>
            </a:r>
            <a:r>
              <a:rPr lang="en-US" altLang="zh-CN" dirty="0" smtClean="0">
                <a:sym typeface="+mn-ea"/>
              </a:rPr>
              <a:t>2-3</a:t>
            </a:r>
            <a:r>
              <a:rPr lang="zh-CN" altLang="en-US" dirty="0" smtClean="0">
                <a:sym typeface="+mn-ea"/>
              </a:rPr>
              <a:t>点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27" hasCustomPrompt="1"/>
            <p:custDataLst>
              <p:tags r:id="rId16"/>
            </p:custDataLst>
          </p:nvPr>
        </p:nvSpPr>
        <p:spPr>
          <a:xfrm>
            <a:off x="4045585" y="4101465"/>
            <a:ext cx="1281430" cy="337820"/>
          </a:xfrm>
          <a:solidFill>
            <a:srgbClr val="10069C"/>
          </a:solidFill>
        </p:spPr>
        <p:txBody>
          <a:bodyPr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产品型号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28" hasCustomPrompt="1"/>
            <p:custDataLst>
              <p:tags r:id="rId17"/>
            </p:custDataLst>
          </p:nvPr>
        </p:nvSpPr>
        <p:spPr>
          <a:xfrm>
            <a:off x="4045585" y="4411980"/>
            <a:ext cx="1281430" cy="497840"/>
          </a:xfrm>
          <a:solidFill>
            <a:srgbClr val="10069C"/>
          </a:solidFill>
        </p:spPr>
        <p:txBody>
          <a:bodyPr/>
          <a:lstStyle>
            <a:lvl1pPr marL="0" indent="0" algn="l" eaLnBrk="1" fontAlgn="auto" latinLnBrk="0" hangingPunct="1">
              <a:lnSpc>
                <a:spcPts val="420"/>
              </a:lnSpc>
              <a:buNone/>
              <a:defRPr sz="10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特点</a:t>
            </a:r>
            <a:r>
              <a:rPr lang="en-US" altLang="zh-CN" dirty="0" smtClean="0">
                <a:sym typeface="+mn-ea"/>
              </a:rPr>
              <a:t>2-3</a:t>
            </a:r>
            <a:r>
              <a:rPr lang="zh-CN" altLang="en-US" dirty="0" smtClean="0">
                <a:sym typeface="+mn-ea"/>
              </a:rPr>
              <a:t>点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7" name="文本占位符 36"/>
          <p:cNvSpPr>
            <a:spLocks noGrp="1"/>
          </p:cNvSpPr>
          <p:nvPr>
            <p:ph type="body" sz="quarter" idx="29" hasCustomPrompt="1"/>
            <p:custDataLst>
              <p:tags r:id="rId18"/>
            </p:custDataLst>
          </p:nvPr>
        </p:nvSpPr>
        <p:spPr>
          <a:xfrm>
            <a:off x="6314440" y="3277235"/>
            <a:ext cx="1281430" cy="337820"/>
          </a:xfrm>
          <a:solidFill>
            <a:srgbClr val="0073DC"/>
          </a:solidFill>
        </p:spPr>
        <p:txBody>
          <a:bodyPr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产品型号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30" hasCustomPrompt="1"/>
            <p:custDataLst>
              <p:tags r:id="rId19"/>
            </p:custDataLst>
          </p:nvPr>
        </p:nvSpPr>
        <p:spPr>
          <a:xfrm>
            <a:off x="6314440" y="3587750"/>
            <a:ext cx="1281430" cy="513715"/>
          </a:xfrm>
          <a:solidFill>
            <a:srgbClr val="0073DC"/>
          </a:solidFill>
        </p:spPr>
        <p:txBody>
          <a:bodyPr/>
          <a:lstStyle>
            <a:lvl1pPr marL="0" indent="0" algn="l" eaLnBrk="1" fontAlgn="auto" latinLnBrk="0" hangingPunct="1">
              <a:lnSpc>
                <a:spcPts val="420"/>
              </a:lnSpc>
              <a:buNone/>
              <a:defRPr sz="10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特点</a:t>
            </a:r>
            <a:r>
              <a:rPr lang="en-US" altLang="zh-CN" dirty="0" smtClean="0">
                <a:sym typeface="+mn-ea"/>
              </a:rPr>
              <a:t>2-3</a:t>
            </a:r>
            <a:r>
              <a:rPr lang="zh-CN" altLang="en-US" dirty="0" smtClean="0">
                <a:sym typeface="+mn-ea"/>
              </a:rPr>
              <a:t>点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31" hasCustomPrompt="1"/>
            <p:custDataLst>
              <p:tags r:id="rId20"/>
            </p:custDataLst>
          </p:nvPr>
        </p:nvSpPr>
        <p:spPr>
          <a:xfrm>
            <a:off x="8148955" y="5934075"/>
            <a:ext cx="1281430" cy="316230"/>
          </a:xfrm>
        </p:spPr>
        <p:txBody>
          <a:bodyPr/>
          <a:lstStyle>
            <a:lvl1pPr marL="0" indent="0" algn="l">
              <a:buNone/>
              <a:defRPr sz="1200" b="1" cap="all" baseline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横轴名称</a:t>
            </a:r>
            <a:r>
              <a:rPr lang="en-US" altLang="zh-CN" dirty="0" smtClean="0">
                <a:sym typeface="+mn-ea"/>
              </a:rPr>
              <a:t>3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32" hasCustomPrompt="1"/>
            <p:custDataLst>
              <p:tags r:id="rId21"/>
            </p:custDataLst>
          </p:nvPr>
        </p:nvSpPr>
        <p:spPr>
          <a:xfrm>
            <a:off x="8042275" y="2461260"/>
            <a:ext cx="1281430" cy="337820"/>
          </a:xfrm>
          <a:solidFill>
            <a:srgbClr val="3EB2FF"/>
          </a:solidFill>
        </p:spPr>
        <p:txBody>
          <a:bodyPr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产品型号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33" hasCustomPrompt="1"/>
            <p:custDataLst>
              <p:tags r:id="rId22"/>
            </p:custDataLst>
          </p:nvPr>
        </p:nvSpPr>
        <p:spPr>
          <a:xfrm>
            <a:off x="8042275" y="2771775"/>
            <a:ext cx="1281430" cy="506095"/>
          </a:xfrm>
          <a:solidFill>
            <a:srgbClr val="3EB2FF"/>
          </a:solidFill>
        </p:spPr>
        <p:txBody>
          <a:bodyPr/>
          <a:lstStyle>
            <a:lvl1pPr marL="0" indent="0" algn="l" eaLnBrk="1" fontAlgn="auto" latinLnBrk="0" hangingPunct="1">
              <a:lnSpc>
                <a:spcPts val="420"/>
              </a:lnSpc>
              <a:buNone/>
              <a:defRPr sz="10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特点</a:t>
            </a:r>
            <a:r>
              <a:rPr lang="en-US" altLang="zh-CN" dirty="0" smtClean="0">
                <a:sym typeface="+mn-ea"/>
              </a:rPr>
              <a:t>2-3</a:t>
            </a:r>
            <a:r>
              <a:rPr lang="zh-CN" altLang="en-US" dirty="0" smtClean="0">
                <a:sym typeface="+mn-ea"/>
              </a:rPr>
              <a:t>点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3" name="文本占位符 42"/>
          <p:cNvSpPr>
            <a:spLocks noGrp="1"/>
          </p:cNvSpPr>
          <p:nvPr>
            <p:ph type="body" sz="quarter" idx="34" hasCustomPrompt="1"/>
            <p:custDataLst>
              <p:tags r:id="rId23"/>
            </p:custDataLst>
          </p:nvPr>
        </p:nvSpPr>
        <p:spPr>
          <a:xfrm>
            <a:off x="9441815" y="1604010"/>
            <a:ext cx="1281430" cy="337820"/>
          </a:xfrm>
          <a:solidFill>
            <a:srgbClr val="0BBBBB"/>
          </a:solidFill>
        </p:spPr>
        <p:txBody>
          <a:bodyPr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产品型号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35" hasCustomPrompt="1"/>
            <p:custDataLst>
              <p:tags r:id="rId24"/>
            </p:custDataLst>
          </p:nvPr>
        </p:nvSpPr>
        <p:spPr>
          <a:xfrm>
            <a:off x="9441815" y="1914525"/>
            <a:ext cx="1281430" cy="537845"/>
          </a:xfrm>
          <a:solidFill>
            <a:srgbClr val="0BBBBB"/>
          </a:solidFill>
        </p:spPr>
        <p:txBody>
          <a:bodyPr/>
          <a:lstStyle>
            <a:lvl1pPr marL="0" indent="0" algn="l" eaLnBrk="1" fontAlgn="auto" latinLnBrk="0" hangingPunct="1">
              <a:lnSpc>
                <a:spcPts val="420"/>
              </a:lnSpc>
              <a:buNone/>
              <a:defRPr sz="1000" b="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 smtClean="0">
                <a:sym typeface="+mn-ea"/>
              </a:rPr>
              <a:t>特点</a:t>
            </a:r>
            <a:r>
              <a:rPr lang="en-US" altLang="zh-CN" dirty="0" smtClean="0">
                <a:sym typeface="+mn-ea"/>
              </a:rPr>
              <a:t>2-3</a:t>
            </a:r>
            <a:r>
              <a:rPr lang="zh-CN" altLang="en-US" dirty="0" smtClean="0">
                <a:sym typeface="+mn-ea"/>
              </a:rPr>
              <a:t>点</a:t>
            </a:r>
            <a:endParaRPr lang="zh-CN" altLang="en-US" dirty="0" smtClean="0"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PPT-0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708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45490" y="6578600"/>
            <a:ext cx="4760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55 Regular" panose="00020600040101010101" charset="-122"/>
              </a:rPr>
              <a:t>让万物互联更简单！</a:t>
            </a:r>
            <a:endParaRPr lang="zh-CN" altLang="en-US" sz="1000">
              <a:solidFill>
                <a:schemeClr val="bg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55 Regular" panose="00020600040101010101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6792595" y="-16510"/>
            <a:ext cx="5399405" cy="5360035"/>
          </a:xfrm>
          <a:prstGeom prst="rect">
            <a:avLst/>
          </a:prstGeom>
          <a:solidFill>
            <a:srgbClr val="0C74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635" y="5342890"/>
            <a:ext cx="6791960" cy="151511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368425" y="145276"/>
            <a:ext cx="5424170" cy="1172210"/>
          </a:xfrm>
        </p:spPr>
        <p:txBody>
          <a:bodyPr/>
          <a:lstStyle>
            <a:lvl1pPr algn="l">
              <a:defRPr sz="3200"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65 Medium" panose="00020600040101010101" charset="-122"/>
              </a:defRPr>
            </a:lvl1pPr>
          </a:lstStyle>
          <a:p>
            <a:r>
              <a:rPr lang="zh-CN" altLang="en-US" smtClean="0"/>
              <a:t>应用案例</a:t>
            </a:r>
            <a:r>
              <a:rPr lang="en-US" altLang="zh-CN" smtClean="0"/>
              <a:t>-</a:t>
            </a:r>
            <a:r>
              <a:rPr lang="zh-CN" altLang="en-US" smtClean="0"/>
              <a:t>产品场景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4" hasCustomPrompt="1"/>
            <p:custDataLst>
              <p:tags r:id="rId2"/>
            </p:custDataLst>
          </p:nvPr>
        </p:nvSpPr>
        <p:spPr>
          <a:xfrm>
            <a:off x="424180" y="1593850"/>
            <a:ext cx="3648710" cy="3253105"/>
          </a:xfr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120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defRPr>
            </a:lvl1pPr>
            <a:lvl2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插入框图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24180" y="5572760"/>
            <a:ext cx="6234430" cy="950595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用途说明，</a:t>
            </a:r>
            <a:r>
              <a:rPr lang="en-US" altLang="zh-CN" dirty="0"/>
              <a:t>100</a:t>
            </a:r>
            <a:r>
              <a:rPr lang="zh-CN" altLang="en-US" dirty="0"/>
              <a:t>字以内，不超过三行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21" hasCustomPrompt="1"/>
            <p:custDataLst>
              <p:tags r:id="rId4"/>
            </p:custDataLst>
          </p:nvPr>
        </p:nvSpPr>
        <p:spPr>
          <a:xfrm>
            <a:off x="4211955" y="1593850"/>
            <a:ext cx="2441575" cy="2413000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插入产品图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  <p:custDataLst>
              <p:tags r:id="rId5"/>
            </p:custDataLst>
          </p:nvPr>
        </p:nvSpPr>
        <p:spPr>
          <a:xfrm>
            <a:off x="7210425" y="2239010"/>
            <a:ext cx="4597400" cy="2767965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输入成功原因，</a:t>
            </a:r>
            <a:r>
              <a:rPr lang="en-US" altLang="zh-CN" dirty="0"/>
              <a:t>120</a:t>
            </a:r>
            <a:r>
              <a:rPr lang="zh-CN" altLang="en-US" dirty="0"/>
              <a:t>字以内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3" hasCustomPrompt="1"/>
            <p:custDataLst>
              <p:tags r:id="rId6"/>
            </p:custDataLst>
          </p:nvPr>
        </p:nvSpPr>
        <p:spPr>
          <a:xfrm>
            <a:off x="7136130" y="5572760"/>
            <a:ext cx="4671695" cy="949960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成功案例，</a:t>
            </a:r>
            <a:r>
              <a:rPr lang="en-US" altLang="zh-CN" dirty="0"/>
              <a:t>80</a:t>
            </a:r>
            <a:r>
              <a:rPr lang="zh-CN" altLang="en-US" dirty="0"/>
              <a:t>字以内</a:t>
            </a:r>
            <a:endParaRPr lang="zh-CN" altLang="en-US" dirty="0"/>
          </a:p>
        </p:txBody>
      </p:sp>
      <p:sp>
        <p:nvSpPr>
          <p:cNvPr id="18" name="任意多边形 17"/>
          <p:cNvSpPr/>
          <p:nvPr userDrawn="1"/>
        </p:nvSpPr>
        <p:spPr>
          <a:xfrm>
            <a:off x="951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9" name="任意多边形 18"/>
          <p:cNvSpPr/>
          <p:nvPr userDrawn="1"/>
        </p:nvSpPr>
        <p:spPr>
          <a:xfrm>
            <a:off x="824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635" y="488315"/>
            <a:ext cx="1017905" cy="417830"/>
          </a:xfrm>
          <a:prstGeom prst="rect">
            <a:avLst/>
          </a:pr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5" hasCustomPrompt="1"/>
            <p:custDataLst>
              <p:tags r:id="rId7"/>
            </p:custDataLst>
          </p:nvPr>
        </p:nvSpPr>
        <p:spPr>
          <a:xfrm>
            <a:off x="424180" y="4846955"/>
            <a:ext cx="3652520" cy="352425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b="1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1pPr>
            <a:lvl2pPr eaLnBrk="1" fontAlgn="auto" latinLnBrk="0" hangingPunct="1">
              <a:lnSpc>
                <a:spcPct val="150000"/>
              </a:lnSpc>
              <a:defRPr sz="16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应用场景：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6" hasCustomPrompt="1"/>
            <p:custDataLst>
              <p:tags r:id="rId8"/>
            </p:custDataLst>
          </p:nvPr>
        </p:nvSpPr>
        <p:spPr>
          <a:xfrm>
            <a:off x="4211955" y="4006850"/>
            <a:ext cx="2446655" cy="1193165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b="1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1pPr>
            <a:lvl2pPr eaLnBrk="1" fontAlgn="auto" latinLnBrk="0" hangingPunct="1">
              <a:lnSpc>
                <a:spcPct val="150000"/>
              </a:lnSpc>
              <a:defRPr sz="16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主推方案：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27" hasCustomPrompt="1"/>
            <p:custDataLst>
              <p:tags r:id="rId9"/>
            </p:custDataLst>
          </p:nvPr>
        </p:nvSpPr>
        <p:spPr>
          <a:xfrm>
            <a:off x="7210425" y="1534160"/>
            <a:ext cx="2184400" cy="567055"/>
          </a:xfrm>
        </p:spPr>
        <p:txBody>
          <a:bodyPr>
            <a:noAutofit/>
          </a:bodyPr>
          <a:lstStyle>
            <a:lvl1pPr marL="0" indent="0" eaLnBrk="1" fontAlgn="auto" latinLnBrk="0" hangingPunct="1">
              <a:lnSpc>
                <a:spcPct val="150000"/>
              </a:lnSpc>
              <a:buNone/>
              <a:defRPr sz="1400" b="1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eaLnBrk="1" fontAlgn="auto" latinLnBrk="0" hangingPunct="1">
              <a:lnSpc>
                <a:spcPct val="150000"/>
              </a:lnSpc>
              <a:defRPr sz="16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成功原因</a:t>
            </a:r>
            <a:endParaRPr lang="zh-CN" altLang="en-US" dirty="0"/>
          </a:p>
        </p:txBody>
      </p:sp>
      <p:pic>
        <p:nvPicPr>
          <p:cNvPr id="25" name="图片 24" descr="反白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35005" y="441960"/>
            <a:ext cx="972820" cy="5111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PPT-0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708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45490" y="6578600"/>
            <a:ext cx="4760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55 Regular" panose="00020600040101010101" charset="-122"/>
              </a:rPr>
              <a:t>让万物互联更简单！</a:t>
            </a:r>
            <a:endParaRPr lang="zh-CN" altLang="en-US" sz="1000">
              <a:solidFill>
                <a:schemeClr val="bg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55 Regular" panose="00020600040101010101" charset="-122"/>
            </a:endParaRPr>
          </a:p>
        </p:txBody>
      </p:sp>
      <p:sp>
        <p:nvSpPr>
          <p:cNvPr id="4" name="标题 5"/>
          <p:cNvSpPr>
            <a:spLocks noGrp="1"/>
          </p:cNvSpPr>
          <p:nvPr>
            <p:ph type="title" hasCustomPrompt="1"/>
          </p:nvPr>
        </p:nvSpPr>
        <p:spPr>
          <a:xfrm>
            <a:off x="1270377" y="428904"/>
            <a:ext cx="5424170" cy="598643"/>
          </a:xfrm>
        </p:spPr>
        <p:txBody>
          <a:bodyPr/>
          <a:lstStyle>
            <a:lvl1pPr algn="l">
              <a:defRPr sz="3200"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65 Medium" panose="00020600040101010101" charset="-122"/>
              </a:defRPr>
            </a:lvl1pPr>
          </a:lstStyle>
          <a:p>
            <a:r>
              <a:rPr lang="zh-CN" altLang="en-US" dirty="0" smtClean="0"/>
              <a:t>应用案例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产品场景</a:t>
            </a:r>
            <a:endParaRPr lang="zh-CN" altLang="en-US" dirty="0"/>
          </a:p>
        </p:txBody>
      </p:sp>
      <p:sp>
        <p:nvSpPr>
          <p:cNvPr id="9" name="任意多边形 17"/>
          <p:cNvSpPr/>
          <p:nvPr userDrawn="1"/>
        </p:nvSpPr>
        <p:spPr>
          <a:xfrm>
            <a:off x="951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0" name="任意多边形 18"/>
          <p:cNvSpPr/>
          <p:nvPr userDrawn="1"/>
        </p:nvSpPr>
        <p:spPr>
          <a:xfrm>
            <a:off x="824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635" y="488315"/>
            <a:ext cx="1017905" cy="417830"/>
          </a:xfrm>
          <a:prstGeom prst="rect">
            <a:avLst/>
          </a:pr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4062" y="2949837"/>
            <a:ext cx="6487886" cy="959222"/>
          </a:xfrm>
        </p:spPr>
        <p:txBody>
          <a:bodyPr vert="horz" lIns="90000" tIns="46800" rIns="90000" bIns="0" rtlCol="0" anchor="b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  <a:sym typeface="+mn-ea"/>
              </a:defRPr>
            </a:lvl1pPr>
          </a:lstStyle>
          <a:p>
            <a:pPr lvl="0"/>
            <a:r>
              <a:rPr lang="en-US" altLang="zh-CN" dirty="0">
                <a:sym typeface="+mn-ea"/>
              </a:rPr>
              <a:t>THANK YOU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2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962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1196975" y="2921635"/>
            <a:ext cx="60413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rPr>
              <a:t>THANK  YOU</a:t>
            </a:r>
            <a:endParaRPr lang="en-US" altLang="zh-CN" sz="6000" b="1">
              <a:solidFill>
                <a:schemeClr val="bg1"/>
              </a:solidFill>
              <a:latin typeface="阿里巴巴普惠体 2.0 105 Heavy" panose="00020600040101010101" charset="-122"/>
              <a:ea typeface="阿里巴巴普惠体 2.0 105 Heavy" panose="00020600040101010101" charset="-122"/>
              <a:cs typeface="阿里巴巴普惠体 2.0 55 Regular" panose="00020600040101010101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利尔达 图形应用-02"/>
          <p:cNvPicPr>
            <a:picLocks noChangeAspect="1"/>
          </p:cNvPicPr>
          <p:nvPr userDrawn="1"/>
        </p:nvPicPr>
        <p:blipFill>
          <a:blip r:embed="rId2"/>
          <a:srcRect r="52373"/>
          <a:stretch>
            <a:fillRect/>
          </a:stretch>
        </p:blipFill>
        <p:spPr>
          <a:xfrm>
            <a:off x="136525" y="-419100"/>
            <a:ext cx="1733550" cy="3756660"/>
          </a:xfrm>
          <a:prstGeom prst="rect">
            <a:avLst/>
          </a:prstGeom>
        </p:spPr>
      </p:pic>
      <p:pic>
        <p:nvPicPr>
          <p:cNvPr id="7" name="图片 6" descr="利尔达 图形应用-02"/>
          <p:cNvPicPr>
            <a:picLocks noChangeAspect="1"/>
          </p:cNvPicPr>
          <p:nvPr userDrawn="1"/>
        </p:nvPicPr>
        <p:blipFill>
          <a:blip r:embed="rId2"/>
          <a:srcRect l="59613"/>
          <a:stretch>
            <a:fillRect/>
          </a:stretch>
        </p:blipFill>
        <p:spPr>
          <a:xfrm>
            <a:off x="2475865" y="62865"/>
            <a:ext cx="1470025" cy="3756660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414145" y="1419225"/>
            <a:ext cx="1762125" cy="959485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4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55 Regular" panose="00020600040101010101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目录</a:t>
            </a:r>
            <a:endParaRPr dirty="0">
              <a:sym typeface="+mn-ea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6607175" y="1524000"/>
            <a:ext cx="3196590" cy="78105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单击编辑章节标题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6607175" y="2617470"/>
            <a:ext cx="3196590" cy="78105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单击编辑章节标题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6607175" y="3710940"/>
            <a:ext cx="3196590" cy="78105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单击编辑章节标题</a:t>
            </a:r>
            <a:endParaRPr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sz="quarter" idx="16" hasCustomPrompt="1"/>
            <p:custDataLst>
              <p:tags r:id="rId7"/>
            </p:custDataLst>
          </p:nvPr>
        </p:nvSpPr>
        <p:spPr>
          <a:xfrm>
            <a:off x="5553710" y="1443990"/>
            <a:ext cx="670560" cy="542925"/>
          </a:xfrm>
        </p:spPr>
        <p:txBody>
          <a:bodyPr>
            <a:noAutofit/>
          </a:bodyPr>
          <a:lstStyle>
            <a:lvl1pPr marL="0" indent="0">
              <a:buNone/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en-US" altLang="zh-CN" dirty="0"/>
          </a:p>
        </p:txBody>
      </p:sp>
      <p:sp>
        <p:nvSpPr>
          <p:cNvPr id="14" name="矩形 13"/>
          <p:cNvSpPr/>
          <p:nvPr userDrawn="1"/>
        </p:nvSpPr>
        <p:spPr>
          <a:xfrm>
            <a:off x="5553710" y="1969770"/>
            <a:ext cx="917575" cy="75565"/>
          </a:xfrm>
          <a:prstGeom prst="rect">
            <a:avLst/>
          </a:prstGeom>
          <a:solidFill>
            <a:srgbClr val="007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占位符 2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5553710" y="2510155"/>
            <a:ext cx="670560" cy="542925"/>
          </a:xfrm>
        </p:spPr>
        <p:txBody>
          <a:bodyPr>
            <a:noAutofit/>
          </a:bodyPr>
          <a:lstStyle>
            <a:lvl1pPr marL="0" indent="0">
              <a:buNone/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en-US" altLang="zh-CN" dirty="0"/>
              <a:t>02</a:t>
            </a:r>
            <a:endParaRPr lang="en-US" altLang="zh-CN" dirty="0"/>
          </a:p>
        </p:txBody>
      </p:sp>
      <p:sp>
        <p:nvSpPr>
          <p:cNvPr id="18" name="矩形 17"/>
          <p:cNvSpPr/>
          <p:nvPr userDrawn="1"/>
        </p:nvSpPr>
        <p:spPr>
          <a:xfrm>
            <a:off x="5553710" y="3035935"/>
            <a:ext cx="917575" cy="75565"/>
          </a:xfrm>
          <a:prstGeom prst="rect">
            <a:avLst/>
          </a:prstGeom>
          <a:solidFill>
            <a:srgbClr val="007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占位符 2"/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5553710" y="3646170"/>
            <a:ext cx="670560" cy="542925"/>
          </a:xfrm>
        </p:spPr>
        <p:txBody>
          <a:bodyPr>
            <a:noAutofit/>
          </a:bodyPr>
          <a:lstStyle>
            <a:lvl1pPr marL="0" indent="0">
              <a:buNone/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en-US" altLang="zh-CN" dirty="0"/>
              <a:t>03</a:t>
            </a:r>
            <a:endParaRPr lang="en-US" altLang="zh-CN" dirty="0"/>
          </a:p>
        </p:txBody>
      </p:sp>
      <p:sp>
        <p:nvSpPr>
          <p:cNvPr id="20" name="矩形 19"/>
          <p:cNvSpPr/>
          <p:nvPr userDrawn="1"/>
        </p:nvSpPr>
        <p:spPr>
          <a:xfrm>
            <a:off x="5553710" y="4171950"/>
            <a:ext cx="917575" cy="75565"/>
          </a:xfrm>
          <a:prstGeom prst="rect">
            <a:avLst/>
          </a:prstGeom>
          <a:solidFill>
            <a:srgbClr val="007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471285" y="2042160"/>
            <a:ext cx="3324860" cy="0"/>
          </a:xfrm>
          <a:prstGeom prst="line">
            <a:avLst/>
          </a:prstGeom>
          <a:ln w="12700" cmpd="sng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>
            <a:off x="6471285" y="3111500"/>
            <a:ext cx="3324860" cy="0"/>
          </a:xfrm>
          <a:prstGeom prst="line">
            <a:avLst/>
          </a:prstGeom>
          <a:ln w="12700" cmpd="sng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6471285" y="4244340"/>
            <a:ext cx="3324860" cy="0"/>
          </a:xfrm>
          <a:prstGeom prst="line">
            <a:avLst/>
          </a:prstGeom>
          <a:ln w="12700" cmpd="sng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2"/>
          <p:cNvSpPr>
            <a:spLocks noGrp="1"/>
          </p:cNvSpPr>
          <p:nvPr>
            <p:ph type="body" sz="quarter" idx="19" hasCustomPrompt="1"/>
            <p:custDataLst>
              <p:tags r:id="rId10"/>
            </p:custDataLst>
          </p:nvPr>
        </p:nvSpPr>
        <p:spPr>
          <a:xfrm>
            <a:off x="6599555" y="4788535"/>
            <a:ext cx="3196590" cy="78105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单击编辑章节标题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0" hasCustomPrompt="1"/>
            <p:custDataLst>
              <p:tags r:id="rId11"/>
            </p:custDataLst>
          </p:nvPr>
        </p:nvSpPr>
        <p:spPr>
          <a:xfrm>
            <a:off x="5546090" y="4723765"/>
            <a:ext cx="670560" cy="542925"/>
          </a:xfrm>
        </p:spPr>
        <p:txBody>
          <a:bodyPr>
            <a:noAutofit/>
          </a:bodyPr>
          <a:lstStyle>
            <a:lvl1pPr marL="0" indent="0">
              <a:buNone/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en-US" altLang="zh-CN" dirty="0"/>
              <a:t>04</a:t>
            </a:r>
            <a:endParaRPr lang="en-US" altLang="zh-CN" dirty="0"/>
          </a:p>
        </p:txBody>
      </p:sp>
      <p:sp>
        <p:nvSpPr>
          <p:cNvPr id="4" name="矩形 3"/>
          <p:cNvSpPr/>
          <p:nvPr userDrawn="1"/>
        </p:nvSpPr>
        <p:spPr>
          <a:xfrm>
            <a:off x="5546090" y="5249545"/>
            <a:ext cx="917575" cy="75565"/>
          </a:xfrm>
          <a:prstGeom prst="rect">
            <a:avLst/>
          </a:prstGeom>
          <a:solidFill>
            <a:srgbClr val="007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463665" y="5321935"/>
            <a:ext cx="3324860" cy="0"/>
          </a:xfrm>
          <a:prstGeom prst="line">
            <a:avLst/>
          </a:prstGeom>
          <a:ln w="12700" cmpd="sng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利尔达 图形应用-02"/>
          <p:cNvPicPr>
            <a:picLocks noChangeAspect="1"/>
          </p:cNvPicPr>
          <p:nvPr userDrawn="1"/>
        </p:nvPicPr>
        <p:blipFill>
          <a:blip r:embed="rId2"/>
          <a:srcRect r="52373"/>
          <a:stretch>
            <a:fillRect/>
          </a:stretch>
        </p:blipFill>
        <p:spPr>
          <a:xfrm>
            <a:off x="136525" y="-419100"/>
            <a:ext cx="1733550" cy="3756660"/>
          </a:xfrm>
          <a:prstGeom prst="rect">
            <a:avLst/>
          </a:prstGeom>
        </p:spPr>
      </p:pic>
      <p:pic>
        <p:nvPicPr>
          <p:cNvPr id="7" name="图片 6" descr="利尔达 图形应用-02"/>
          <p:cNvPicPr>
            <a:picLocks noChangeAspect="1"/>
          </p:cNvPicPr>
          <p:nvPr userDrawn="1"/>
        </p:nvPicPr>
        <p:blipFill>
          <a:blip r:embed="rId2"/>
          <a:srcRect l="59613"/>
          <a:stretch>
            <a:fillRect/>
          </a:stretch>
        </p:blipFill>
        <p:spPr>
          <a:xfrm>
            <a:off x="2475865" y="62865"/>
            <a:ext cx="1470025" cy="3756660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414145" y="1419225"/>
            <a:ext cx="1762125" cy="959485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4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55 Regular" panose="00020600040101010101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目录</a:t>
            </a:r>
            <a:endParaRPr dirty="0">
              <a:sym typeface="+mn-ea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6607175" y="1066800"/>
            <a:ext cx="3196590" cy="78105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单击编辑章节标题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6607175" y="2160270"/>
            <a:ext cx="3196590" cy="78105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单击编辑章节标题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6607175" y="3253740"/>
            <a:ext cx="3196590" cy="78105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单击编辑章节标题</a:t>
            </a:r>
            <a:endParaRPr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sz="quarter" idx="16" hasCustomPrompt="1"/>
            <p:custDataLst>
              <p:tags r:id="rId7"/>
            </p:custDataLst>
          </p:nvPr>
        </p:nvSpPr>
        <p:spPr>
          <a:xfrm>
            <a:off x="5553710" y="986790"/>
            <a:ext cx="670560" cy="542925"/>
          </a:xfrm>
        </p:spPr>
        <p:txBody>
          <a:bodyPr>
            <a:noAutofit/>
          </a:bodyPr>
          <a:lstStyle>
            <a:lvl1pPr marL="0" indent="0">
              <a:buNone/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en-US" altLang="zh-CN" dirty="0"/>
          </a:p>
        </p:txBody>
      </p:sp>
      <p:sp>
        <p:nvSpPr>
          <p:cNvPr id="14" name="矩形 13"/>
          <p:cNvSpPr/>
          <p:nvPr userDrawn="1"/>
        </p:nvSpPr>
        <p:spPr>
          <a:xfrm>
            <a:off x="5553710" y="1512570"/>
            <a:ext cx="917575" cy="75565"/>
          </a:xfrm>
          <a:prstGeom prst="rect">
            <a:avLst/>
          </a:prstGeom>
          <a:solidFill>
            <a:srgbClr val="007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占位符 2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5553710" y="2052955"/>
            <a:ext cx="670560" cy="542925"/>
          </a:xfrm>
        </p:spPr>
        <p:txBody>
          <a:bodyPr>
            <a:noAutofit/>
          </a:bodyPr>
          <a:lstStyle>
            <a:lvl1pPr marL="0" indent="0">
              <a:buNone/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en-US" altLang="zh-CN" dirty="0"/>
              <a:t>02</a:t>
            </a:r>
            <a:endParaRPr lang="en-US" altLang="zh-CN" dirty="0"/>
          </a:p>
        </p:txBody>
      </p:sp>
      <p:sp>
        <p:nvSpPr>
          <p:cNvPr id="18" name="矩形 17"/>
          <p:cNvSpPr/>
          <p:nvPr userDrawn="1"/>
        </p:nvSpPr>
        <p:spPr>
          <a:xfrm>
            <a:off x="5553710" y="2578735"/>
            <a:ext cx="917575" cy="75565"/>
          </a:xfrm>
          <a:prstGeom prst="rect">
            <a:avLst/>
          </a:prstGeom>
          <a:solidFill>
            <a:srgbClr val="007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占位符 2"/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5553710" y="3188970"/>
            <a:ext cx="670560" cy="542925"/>
          </a:xfrm>
        </p:spPr>
        <p:txBody>
          <a:bodyPr>
            <a:noAutofit/>
          </a:bodyPr>
          <a:lstStyle>
            <a:lvl1pPr marL="0" indent="0">
              <a:buNone/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en-US" altLang="zh-CN" dirty="0"/>
              <a:t>03</a:t>
            </a:r>
            <a:endParaRPr lang="en-US" altLang="zh-CN" dirty="0"/>
          </a:p>
        </p:txBody>
      </p:sp>
      <p:sp>
        <p:nvSpPr>
          <p:cNvPr id="20" name="矩形 19"/>
          <p:cNvSpPr/>
          <p:nvPr userDrawn="1"/>
        </p:nvSpPr>
        <p:spPr>
          <a:xfrm>
            <a:off x="5553710" y="3714750"/>
            <a:ext cx="917575" cy="75565"/>
          </a:xfrm>
          <a:prstGeom prst="rect">
            <a:avLst/>
          </a:prstGeom>
          <a:solidFill>
            <a:srgbClr val="007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471285" y="1584960"/>
            <a:ext cx="3324860" cy="0"/>
          </a:xfrm>
          <a:prstGeom prst="line">
            <a:avLst/>
          </a:prstGeom>
          <a:ln w="12700" cmpd="sng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>
            <a:off x="6471285" y="2654300"/>
            <a:ext cx="3324860" cy="0"/>
          </a:xfrm>
          <a:prstGeom prst="line">
            <a:avLst/>
          </a:prstGeom>
          <a:ln w="12700" cmpd="sng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6471285" y="3787140"/>
            <a:ext cx="3324860" cy="0"/>
          </a:xfrm>
          <a:prstGeom prst="line">
            <a:avLst/>
          </a:prstGeom>
          <a:ln w="12700" cmpd="sng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2"/>
          <p:cNvSpPr>
            <a:spLocks noGrp="1"/>
          </p:cNvSpPr>
          <p:nvPr>
            <p:ph type="body" sz="quarter" idx="19" hasCustomPrompt="1"/>
            <p:custDataLst>
              <p:tags r:id="rId10"/>
            </p:custDataLst>
          </p:nvPr>
        </p:nvSpPr>
        <p:spPr>
          <a:xfrm>
            <a:off x="6599555" y="4331335"/>
            <a:ext cx="3196590" cy="78105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单击编辑章节标题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0" hasCustomPrompt="1"/>
            <p:custDataLst>
              <p:tags r:id="rId11"/>
            </p:custDataLst>
          </p:nvPr>
        </p:nvSpPr>
        <p:spPr>
          <a:xfrm>
            <a:off x="5546090" y="4266565"/>
            <a:ext cx="670560" cy="542925"/>
          </a:xfrm>
        </p:spPr>
        <p:txBody>
          <a:bodyPr>
            <a:noAutofit/>
          </a:bodyPr>
          <a:lstStyle>
            <a:lvl1pPr marL="0" indent="0">
              <a:buNone/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en-US" altLang="zh-CN" dirty="0"/>
              <a:t>04</a:t>
            </a:r>
            <a:endParaRPr lang="en-US" altLang="zh-CN" dirty="0"/>
          </a:p>
        </p:txBody>
      </p:sp>
      <p:sp>
        <p:nvSpPr>
          <p:cNvPr id="4" name="矩形 3"/>
          <p:cNvSpPr/>
          <p:nvPr userDrawn="1"/>
        </p:nvSpPr>
        <p:spPr>
          <a:xfrm>
            <a:off x="5546090" y="4792345"/>
            <a:ext cx="917575" cy="75565"/>
          </a:xfrm>
          <a:prstGeom prst="rect">
            <a:avLst/>
          </a:prstGeom>
          <a:solidFill>
            <a:srgbClr val="007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463665" y="4864735"/>
            <a:ext cx="3324860" cy="0"/>
          </a:xfrm>
          <a:prstGeom prst="line">
            <a:avLst/>
          </a:prstGeom>
          <a:ln w="12700" cmpd="sng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2"/>
          <p:cNvSpPr>
            <a:spLocks noGrp="1"/>
          </p:cNvSpPr>
          <p:nvPr>
            <p:ph type="body" sz="quarter" idx="21" hasCustomPrompt="1"/>
            <p:custDataLst>
              <p:tags r:id="rId12"/>
            </p:custDataLst>
          </p:nvPr>
        </p:nvSpPr>
        <p:spPr>
          <a:xfrm>
            <a:off x="6594792" y="5417185"/>
            <a:ext cx="3196590" cy="781050"/>
          </a:xfrm>
        </p:spPr>
        <p:txBody>
          <a:bodyPr/>
          <a:lstStyle>
            <a:lvl1pPr marL="0" indent="0"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zh-CN" altLang="en-US" dirty="0"/>
              <a:t>单击编辑章节标题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22" hasCustomPrompt="1"/>
            <p:custDataLst>
              <p:tags r:id="rId13"/>
            </p:custDataLst>
          </p:nvPr>
        </p:nvSpPr>
        <p:spPr>
          <a:xfrm>
            <a:off x="5541327" y="5352415"/>
            <a:ext cx="670560" cy="542925"/>
          </a:xfrm>
        </p:spPr>
        <p:txBody>
          <a:bodyPr>
            <a:noAutofit/>
          </a:bodyPr>
          <a:lstStyle>
            <a:lvl1pPr marL="0" indent="0">
              <a:buNone/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105 Heavy" panose="00020600040101010101" charset="-122"/>
                <a:ea typeface="阿里巴巴普惠体 2.0 105 Heavy" panose="00020600040101010101" charset="-122"/>
                <a:cs typeface="阿里巴巴普惠体 2.0 55 Regular" panose="00020600040101010101" charset="-122"/>
              </a:defRPr>
            </a:lvl1pPr>
          </a:lstStyle>
          <a:p>
            <a:pPr lvl="0"/>
            <a:r>
              <a:rPr lang="en-US" altLang="zh-CN" dirty="0" smtClean="0"/>
              <a:t>05</a:t>
            </a:r>
            <a:endParaRPr lang="en-US" altLang="zh-CN" dirty="0"/>
          </a:p>
        </p:txBody>
      </p:sp>
      <p:sp>
        <p:nvSpPr>
          <p:cNvPr id="23" name="矩形 22"/>
          <p:cNvSpPr/>
          <p:nvPr userDrawn="1"/>
        </p:nvSpPr>
        <p:spPr>
          <a:xfrm>
            <a:off x="5541327" y="5878195"/>
            <a:ext cx="917575" cy="75565"/>
          </a:xfrm>
          <a:prstGeom prst="rect">
            <a:avLst/>
          </a:prstGeom>
          <a:solidFill>
            <a:srgbClr val="007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458902" y="5950585"/>
            <a:ext cx="3324860" cy="0"/>
          </a:xfrm>
          <a:prstGeom prst="line">
            <a:avLst/>
          </a:prstGeom>
          <a:ln w="12700" cmpd="sng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12699"/>
            <a:ext cx="12205081" cy="6870698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12700"/>
            <a:ext cx="12191998" cy="6870699"/>
          </a:xfrm>
          <a:prstGeom prst="rect">
            <a:avLst/>
          </a:prstGeom>
          <a:solidFill>
            <a:srgbClr val="0225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1238"/>
            <a:ext cx="2552700" cy="3911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639298" y="2335781"/>
            <a:ext cx="2552700" cy="391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>
          <a:xfrm>
            <a:off x="0" y="-12700"/>
            <a:ext cx="12191998" cy="6870699"/>
          </a:xfrm>
          <a:prstGeom prst="rect">
            <a:avLst/>
          </a:prstGeom>
          <a:solidFill>
            <a:srgbClr val="0225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304" y="301526"/>
            <a:ext cx="1076927" cy="291462"/>
          </a:xfrm>
          <a:prstGeom prst="rect">
            <a:avLst/>
          </a:prstGeom>
        </p:spPr>
      </p:pic>
      <p:sp>
        <p:nvSpPr>
          <p:cNvPr id="10" name="任意多边形 11"/>
          <p:cNvSpPr/>
          <p:nvPr userDrawn="1"/>
        </p:nvSpPr>
        <p:spPr>
          <a:xfrm>
            <a:off x="950591" y="353812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2696" y="289644"/>
            <a:ext cx="8661213" cy="565150"/>
          </a:xfrm>
        </p:spPr>
        <p:txBody>
          <a:bodyPr anchor="ctr"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</a:defRPr>
            </a:lvl1pPr>
          </a:lstStyle>
          <a:p>
            <a:r>
              <a:rPr lang="zh-CN" altLang="en-US" dirty="0"/>
              <a:t>点击修改标题</a:t>
            </a:r>
            <a:endParaRPr lang="zh-CN" altLang="en-US" dirty="0"/>
          </a:p>
        </p:txBody>
      </p:sp>
      <p:sp>
        <p:nvSpPr>
          <p:cNvPr id="12" name="任意多边形 10"/>
          <p:cNvSpPr/>
          <p:nvPr userDrawn="1"/>
        </p:nvSpPr>
        <p:spPr>
          <a:xfrm>
            <a:off x="823591" y="352542"/>
            <a:ext cx="271780" cy="41783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4" y="352541"/>
            <a:ext cx="1017905" cy="416560"/>
          </a:xfrm>
          <a:prstGeom prst="rect">
            <a:avLst/>
          </a:pr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1238"/>
            <a:ext cx="2552700" cy="39116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639298" y="2335781"/>
            <a:ext cx="2552700" cy="391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PPT-0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708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45490" y="6578600"/>
            <a:ext cx="4760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55 Regular" panose="00020600040101010101" charset="-122"/>
              </a:rPr>
              <a:t>让万物互联更简单！</a:t>
            </a:r>
            <a:endParaRPr lang="zh-CN" altLang="en-US" sz="1000">
              <a:solidFill>
                <a:schemeClr val="bg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55 Regular" panose="00020600040101010101" charset="-122"/>
            </a:endParaRPr>
          </a:p>
        </p:txBody>
      </p:sp>
      <p:sp>
        <p:nvSpPr>
          <p:cNvPr id="4" name="标题 5"/>
          <p:cNvSpPr>
            <a:spLocks noGrp="1"/>
          </p:cNvSpPr>
          <p:nvPr>
            <p:ph type="title" hasCustomPrompt="1"/>
          </p:nvPr>
        </p:nvSpPr>
        <p:spPr>
          <a:xfrm>
            <a:off x="1270377" y="428904"/>
            <a:ext cx="5424170" cy="598643"/>
          </a:xfrm>
        </p:spPr>
        <p:txBody>
          <a:bodyPr/>
          <a:lstStyle>
            <a:lvl1pPr algn="l">
              <a:defRPr sz="3200"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65 Medium" panose="00020600040101010101" charset="-122"/>
              </a:defRPr>
            </a:lvl1pPr>
          </a:lstStyle>
          <a:p>
            <a:r>
              <a:rPr lang="zh-CN" altLang="en-US" dirty="0" smtClean="0"/>
              <a:t>应用案例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产品场景</a:t>
            </a:r>
            <a:endParaRPr lang="zh-CN" altLang="en-US" dirty="0"/>
          </a:p>
        </p:txBody>
      </p:sp>
      <p:sp>
        <p:nvSpPr>
          <p:cNvPr id="9" name="任意多边形 17"/>
          <p:cNvSpPr/>
          <p:nvPr userDrawn="1"/>
        </p:nvSpPr>
        <p:spPr>
          <a:xfrm>
            <a:off x="951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0" name="任意多边形 18"/>
          <p:cNvSpPr/>
          <p:nvPr userDrawn="1"/>
        </p:nvSpPr>
        <p:spPr>
          <a:xfrm>
            <a:off x="824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635" y="488315"/>
            <a:ext cx="1017905" cy="417830"/>
          </a:xfrm>
          <a:prstGeom prst="rect">
            <a:avLst/>
          </a:pr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7334250" y="-16510"/>
            <a:ext cx="4857750" cy="6874510"/>
          </a:xfrm>
          <a:prstGeom prst="rect">
            <a:avLst/>
          </a:prstGeom>
          <a:solidFill>
            <a:srgbClr val="0C74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368425" y="145276"/>
            <a:ext cx="5424170" cy="1172210"/>
          </a:xfrm>
        </p:spPr>
        <p:txBody>
          <a:bodyPr/>
          <a:lstStyle>
            <a:lvl1pPr algn="l">
              <a:defRPr sz="3200"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65 Medium" panose="00020600040101010101" charset="-122"/>
              </a:defRPr>
            </a:lvl1pPr>
          </a:lstStyle>
          <a:p>
            <a:r>
              <a:rPr lang="zh-CN" altLang="en-US" smtClean="0"/>
              <a:t>应用案例</a:t>
            </a:r>
            <a:r>
              <a:rPr lang="en-US" altLang="zh-CN" smtClean="0"/>
              <a:t>-</a:t>
            </a:r>
            <a:r>
              <a:rPr lang="zh-CN" altLang="en-US" smtClean="0"/>
              <a:t>产品场景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4" hasCustomPrompt="1"/>
            <p:custDataLst>
              <p:tags r:id="rId2"/>
            </p:custDataLst>
          </p:nvPr>
        </p:nvSpPr>
        <p:spPr>
          <a:xfrm>
            <a:off x="252730" y="1992293"/>
            <a:ext cx="3890645" cy="3800195"/>
          </a:xfr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120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defRPr>
            </a:lvl1pPr>
            <a:lvl2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插入框图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21" hasCustomPrompt="1"/>
            <p:custDataLst>
              <p:tags r:id="rId3"/>
            </p:custDataLst>
          </p:nvPr>
        </p:nvSpPr>
        <p:spPr>
          <a:xfrm>
            <a:off x="4354830" y="2011342"/>
            <a:ext cx="2849666" cy="281880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插入产品图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7677150" y="2639060"/>
            <a:ext cx="4152900" cy="2767965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marL="4572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 marL="914400" indent="0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输入成功原因，</a:t>
            </a:r>
            <a:r>
              <a:rPr lang="en-US" altLang="zh-CN" dirty="0"/>
              <a:t>120</a:t>
            </a:r>
            <a:r>
              <a:rPr lang="zh-CN" altLang="en-US" dirty="0"/>
              <a:t>字以内</a:t>
            </a:r>
            <a:endParaRPr lang="zh-CN" altLang="en-US" dirty="0"/>
          </a:p>
        </p:txBody>
      </p:sp>
      <p:sp>
        <p:nvSpPr>
          <p:cNvPr id="18" name="任意多边形 17"/>
          <p:cNvSpPr/>
          <p:nvPr userDrawn="1"/>
        </p:nvSpPr>
        <p:spPr>
          <a:xfrm>
            <a:off x="951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9" name="任意多边形 18"/>
          <p:cNvSpPr/>
          <p:nvPr userDrawn="1"/>
        </p:nvSpPr>
        <p:spPr>
          <a:xfrm>
            <a:off x="824230" y="4889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635" y="488315"/>
            <a:ext cx="1017905" cy="417830"/>
          </a:xfrm>
          <a:prstGeom prst="rect">
            <a:avLst/>
          </a:pr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5" hasCustomPrompt="1"/>
            <p:custDataLst>
              <p:tags r:id="rId5"/>
            </p:custDataLst>
          </p:nvPr>
        </p:nvSpPr>
        <p:spPr>
          <a:xfrm>
            <a:off x="357504" y="5264448"/>
            <a:ext cx="3728721" cy="411694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b="1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1pPr>
            <a:lvl2pPr eaLnBrk="1" fontAlgn="auto" latinLnBrk="0" hangingPunct="1">
              <a:lnSpc>
                <a:spcPct val="150000"/>
              </a:lnSpc>
              <a:defRPr sz="16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应用场景：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6" hasCustomPrompt="1"/>
            <p:custDataLst>
              <p:tags r:id="rId6"/>
            </p:custDataLst>
          </p:nvPr>
        </p:nvSpPr>
        <p:spPr>
          <a:xfrm>
            <a:off x="4354830" y="4424343"/>
            <a:ext cx="2855595" cy="1393825"/>
          </a:xfrm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400" b="1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</a:defRPr>
            </a:lvl1pPr>
            <a:lvl2pPr eaLnBrk="1" fontAlgn="auto" latinLnBrk="0" hangingPunct="1">
              <a:lnSpc>
                <a:spcPct val="150000"/>
              </a:lnSpc>
              <a:defRPr sz="16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主推方案：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27" hasCustomPrompt="1"/>
            <p:custDataLst>
              <p:tags r:id="rId7"/>
            </p:custDataLst>
          </p:nvPr>
        </p:nvSpPr>
        <p:spPr>
          <a:xfrm>
            <a:off x="7677150" y="1934210"/>
            <a:ext cx="2184400" cy="567055"/>
          </a:xfrm>
        </p:spPr>
        <p:txBody>
          <a:bodyPr>
            <a:noAutofit/>
          </a:bodyPr>
          <a:lstStyle>
            <a:lvl1pPr marL="0" indent="0" eaLnBrk="1" fontAlgn="auto" latinLnBrk="0" hangingPunct="1">
              <a:lnSpc>
                <a:spcPct val="150000"/>
              </a:lnSpc>
              <a:buNone/>
              <a:defRPr sz="1400" b="1" cap="all" baseline="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1pPr>
            <a:lvl2pPr eaLnBrk="1" fontAlgn="auto" latinLnBrk="0" hangingPunct="1">
              <a:lnSpc>
                <a:spcPct val="150000"/>
              </a:lnSpc>
              <a:defRPr sz="16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2pPr>
            <a:lvl3pPr>
              <a:defRPr sz="14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</a:defRPr>
            </a:lvl5pPr>
          </a:lstStyle>
          <a:p>
            <a:pPr lvl="0"/>
            <a:r>
              <a:rPr lang="zh-CN" altLang="en-US" dirty="0"/>
              <a:t>成功原因</a:t>
            </a:r>
            <a:endParaRPr lang="zh-CN" altLang="en-US" dirty="0"/>
          </a:p>
        </p:txBody>
      </p:sp>
      <p:pic>
        <p:nvPicPr>
          <p:cNvPr id="25" name="图片 24" descr="反白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35005" y="441960"/>
            <a:ext cx="972820" cy="511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PPT-08"/>
          <p:cNvPicPr>
            <a:picLocks noChangeAspect="1"/>
          </p:cNvPicPr>
          <p:nvPr userDrawn="1"/>
        </p:nvPicPr>
        <p:blipFill>
          <a:blip r:embed="rId2"/>
          <a:srcRect t="95389"/>
          <a:stretch>
            <a:fillRect/>
          </a:stretch>
        </p:blipFill>
        <p:spPr>
          <a:xfrm>
            <a:off x="0" y="6541770"/>
            <a:ext cx="12197080" cy="3162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23010" y="198755"/>
            <a:ext cx="9128688" cy="646634"/>
          </a:xfrm>
        </p:spPr>
        <p:txBody>
          <a:bodyPr anchor="ctr">
            <a:normAutofit/>
          </a:bodyPr>
          <a:lstStyle>
            <a:lvl1pPr algn="l">
              <a:def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  <a:cs typeface="阿里巴巴普惠体 2.0 55 Regular" panose="00020600040101010101" charset="-122"/>
              </a:defRPr>
            </a:lvl1pPr>
          </a:lstStyle>
          <a:p>
            <a:r>
              <a:rPr lang="zh-CN" altLang="en-US" dirty="0"/>
              <a:t>单击编辑大标题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838200" y="6541770"/>
            <a:ext cx="4760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55 Regular" panose="00020600040101010101" charset="-122"/>
              </a:rPr>
              <a:t>让万物互联更简单！</a:t>
            </a:r>
            <a:endParaRPr lang="zh-CN" altLang="en-US" sz="1000">
              <a:solidFill>
                <a:schemeClr val="bg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55 Regular" panose="00020600040101010101" charset="-122"/>
            </a:endParaRPr>
          </a:p>
        </p:txBody>
      </p:sp>
      <p:sp>
        <p:nvSpPr>
          <p:cNvPr id="9" name="任意多边形 17"/>
          <p:cNvSpPr/>
          <p:nvPr userDrawn="1"/>
        </p:nvSpPr>
        <p:spPr>
          <a:xfrm>
            <a:off x="951230" y="2857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0" name="任意多边形 18"/>
          <p:cNvSpPr/>
          <p:nvPr userDrawn="1"/>
        </p:nvSpPr>
        <p:spPr>
          <a:xfrm>
            <a:off x="824230" y="285750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635" y="285115"/>
            <a:ext cx="1017905" cy="417830"/>
          </a:xfrm>
          <a:prstGeom prst="rect">
            <a:avLst/>
          </a:pr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  <p:pic>
        <p:nvPicPr>
          <p:cNvPr id="6" name="图片 5" descr="Lierda-logo源文件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t="28829" b="32941"/>
          <a:stretch>
            <a:fillRect/>
          </a:stretch>
        </p:blipFill>
        <p:spPr>
          <a:xfrm>
            <a:off x="10959465" y="285115"/>
            <a:ext cx="1070610" cy="289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2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>
          <a:xfrm>
            <a:off x="0" y="-12700"/>
            <a:ext cx="12191998" cy="6870699"/>
          </a:xfrm>
          <a:prstGeom prst="rect">
            <a:avLst/>
          </a:prstGeom>
          <a:solidFill>
            <a:srgbClr val="0225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909304" y="301526"/>
            <a:ext cx="1076927" cy="291462"/>
          </a:xfrm>
          <a:prstGeom prst="rect">
            <a:avLst/>
          </a:prstGeom>
        </p:spPr>
      </p:pic>
      <p:sp>
        <p:nvSpPr>
          <p:cNvPr id="10" name="任意多边形 11"/>
          <p:cNvSpPr/>
          <p:nvPr userDrawn="1"/>
        </p:nvSpPr>
        <p:spPr>
          <a:xfrm>
            <a:off x="950591" y="353812"/>
            <a:ext cx="271780" cy="41656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00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2696" y="289644"/>
            <a:ext cx="8661213" cy="565150"/>
          </a:xfrm>
        </p:spPr>
        <p:txBody>
          <a:bodyPr anchor="ctr"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阿里巴巴普惠体 2.0 65 Medium" panose="00020600040101010101" charset="-122"/>
                <a:ea typeface="阿里巴巴普惠体 2.0 65 Medium" panose="00020600040101010101" charset="-122"/>
              </a:defRPr>
            </a:lvl1pPr>
          </a:lstStyle>
          <a:p>
            <a:r>
              <a:rPr lang="zh-CN" altLang="en-US" dirty="0"/>
              <a:t>点击修改标题</a:t>
            </a:r>
            <a:endParaRPr lang="zh-CN" altLang="en-US" dirty="0"/>
          </a:p>
        </p:txBody>
      </p:sp>
      <p:sp>
        <p:nvSpPr>
          <p:cNvPr id="12" name="任意多边形 10"/>
          <p:cNvSpPr/>
          <p:nvPr userDrawn="1"/>
        </p:nvSpPr>
        <p:spPr>
          <a:xfrm>
            <a:off x="823591" y="352542"/>
            <a:ext cx="271780" cy="417830"/>
          </a:xfrm>
          <a:custGeom>
            <a:avLst/>
            <a:gdLst>
              <a:gd name="connsiteX0" fmla="*/ 0 w 5021"/>
              <a:gd name="connsiteY0" fmla="*/ 0 h 10852"/>
              <a:gd name="connsiteX1" fmla="*/ 5021 w 5021"/>
              <a:gd name="connsiteY1" fmla="*/ 0 h 10852"/>
              <a:gd name="connsiteX2" fmla="*/ 3651 w 5021"/>
              <a:gd name="connsiteY2" fmla="*/ 10852 h 10852"/>
              <a:gd name="connsiteX3" fmla="*/ 0 w 5021"/>
              <a:gd name="connsiteY3" fmla="*/ 10817 h 10852"/>
              <a:gd name="connsiteX4" fmla="*/ 0 w 5021"/>
              <a:gd name="connsiteY4" fmla="*/ 0 h 1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1" h="10852">
                <a:moveTo>
                  <a:pt x="0" y="0"/>
                </a:moveTo>
                <a:lnTo>
                  <a:pt x="5021" y="0"/>
                </a:lnTo>
                <a:lnTo>
                  <a:pt x="3651" y="10852"/>
                </a:lnTo>
                <a:lnTo>
                  <a:pt x="0" y="10817"/>
                </a:lnTo>
                <a:lnTo>
                  <a:pt x="0" y="0"/>
                </a:lnTo>
                <a:close/>
              </a:path>
            </a:pathLst>
          </a:cu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45 Light" panose="00020600040101010101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4" y="352541"/>
            <a:ext cx="1017905" cy="416560"/>
          </a:xfrm>
          <a:prstGeom prst="rect">
            <a:avLst/>
          </a:prstGeom>
          <a:solidFill>
            <a:srgbClr val="3EB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 2.0 55 Regular" panose="0002060004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7665"/>
            <a:ext cx="10515600" cy="1278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标准字体为阿里巴巴普惠体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封面</a:t>
            </a:r>
            <a:r>
              <a:rPr lang="en-US" altLang="zh-CN" smtClean="0"/>
              <a:t>/</a:t>
            </a:r>
            <a:r>
              <a:rPr lang="zh-CN" altLang="en-US" smtClean="0"/>
              <a:t>章节主标题字号</a:t>
            </a:r>
            <a:r>
              <a:rPr lang="en-US" altLang="zh-CN" smtClean="0"/>
              <a:t>44</a:t>
            </a:r>
            <a:endParaRPr lang="zh-CN" altLang="en-US" smtClean="0"/>
          </a:p>
          <a:p>
            <a:pPr lvl="1"/>
            <a:r>
              <a:rPr lang="zh-CN" altLang="en-US" smtClean="0"/>
              <a:t>内文主标题字号</a:t>
            </a:r>
            <a:r>
              <a:rPr lang="en-US" altLang="zh-CN" smtClean="0"/>
              <a:t>32</a:t>
            </a:r>
            <a:endParaRPr lang="zh-CN" altLang="en-US" smtClean="0"/>
          </a:p>
          <a:p>
            <a:pPr lvl="2"/>
            <a:r>
              <a:rPr lang="zh-CN" altLang="en-US" smtClean="0"/>
              <a:t>内文副标题字号</a:t>
            </a:r>
            <a:r>
              <a:rPr lang="en-US" altLang="zh-CN" smtClean="0"/>
              <a:t>18</a:t>
            </a:r>
            <a:endParaRPr lang="zh-CN" altLang="en-US" smtClean="0"/>
          </a:p>
          <a:p>
            <a:pPr lvl="3"/>
            <a:r>
              <a:rPr lang="zh-CN" altLang="en-US" smtClean="0"/>
              <a:t>内文正文字号</a:t>
            </a:r>
            <a:r>
              <a:rPr lang="en-US" altLang="zh-CN" smtClean="0"/>
              <a:t>12-16</a:t>
            </a:r>
            <a:endParaRPr lang="zh-CN" altLang="en-US" smtClean="0"/>
          </a:p>
          <a:p>
            <a:pPr lvl="4"/>
            <a:r>
              <a:rPr lang="zh-CN" altLang="en-US"/>
              <a:t>最小字体不得小于</a:t>
            </a:r>
            <a:r>
              <a:rPr lang="en-US" altLang="zh-CN"/>
              <a:t>12</a:t>
            </a:r>
            <a:r>
              <a:rPr lang="zh-CN" altLang="en-US"/>
              <a:t>号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阿里巴巴普惠体 2.0 55 Regular" panose="00020600040101010101" charset="-122"/>
          <a:ea typeface="阿里巴巴普惠体 2.0 55 Regular" panose="00020600040101010101" charset="-122"/>
          <a:cs typeface="阿里巴巴普惠体 2.0 55 Regular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阿里巴巴普惠体 2.0 55 Regular" panose="00020600040101010101" charset="-122"/>
          <a:ea typeface="阿里巴巴普惠体 2.0 55 Regular" panose="00020600040101010101" charset="-122"/>
          <a:cs typeface="阿里巴巴普惠体 2.0 55 Regular" panose="0002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阿里巴巴普惠体 2.0 55 Regular" panose="00020600040101010101" charset="-122"/>
          <a:ea typeface="阿里巴巴普惠体 2.0 55 Regular" panose="00020600040101010101" charset="-122"/>
          <a:cs typeface="阿里巴巴普惠体 2.0 55 Regular" panose="0002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阿里巴巴普惠体 2.0 55 Regular" panose="00020600040101010101" charset="-122"/>
          <a:ea typeface="阿里巴巴普惠体 2.0 55 Regular" panose="00020600040101010101" charset="-122"/>
          <a:cs typeface="阿里巴巴普惠体 2.0 55 Regular" panose="0002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阿里巴巴普惠体 2.0 55 Regular" panose="00020600040101010101" charset="-122"/>
          <a:ea typeface="阿里巴巴普惠体 2.0 55 Regular" panose="00020600040101010101" charset="-122"/>
          <a:cs typeface="阿里巴巴普惠体 2.0 55 Regular" panose="0002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阿里巴巴普惠体 2.0 55 Regular" panose="00020600040101010101" charset="-122"/>
          <a:ea typeface="阿里巴巴普惠体 2.0 55 Regular" panose="00020600040101010101" charset="-122"/>
          <a:cs typeface="阿里巴巴普惠体 2.0 55 Regular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>
                <a:latin typeface="阿里巴巴普惠体 3.0 55 Regular" panose="00020600040101010101" charset="-122"/>
                <a:ea typeface="阿里巴巴普惠体 3.0 55 Regular" panose="00020600040101010101" charset="-122"/>
              </a:rPr>
              <a:t>海外主推产品</a:t>
            </a:r>
            <a:endParaRPr kumimoji="1">
              <a:latin typeface="阿里巴巴普惠体 3.0 55 Regular" panose="00020600040101010101" charset="-122"/>
              <a:ea typeface="阿里巴巴普惠体 3.0 55 Regular" panose="00020600040101010101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quarter" idx="16"/>
          </p:nvPr>
        </p:nvSpPr>
        <p:spPr>
          <a:xfrm>
            <a:off x="1101725" y="1834515"/>
            <a:ext cx="4181475" cy="1863090"/>
          </a:xfrm>
        </p:spPr>
        <p:txBody>
          <a:bodyPr/>
          <a:lstStyle/>
          <a:p>
            <a:r>
              <a:rPr kumimoji="1" lang="en-US" altLang="zh-CN" dirty="0">
                <a:latin typeface="阿里巴巴普惠体 3.0 55 Regular" panose="00020600040101010101" charset="-122"/>
                <a:ea typeface="阿里巴巴普惠体 3.0 55 Regular" panose="00020600040101010101" charset="-122"/>
              </a:rPr>
              <a:t>01</a:t>
            </a:r>
            <a:endParaRPr kumimoji="1" lang="en-US" altLang="zh-CN" dirty="0">
              <a:latin typeface="阿里巴巴普惠体 3.0 55 Regular" panose="00020600040101010101" charset="-122"/>
              <a:ea typeface="阿里巴巴普惠体 3.0 55 Regular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0635" y="466725"/>
            <a:ext cx="4290060" cy="598805"/>
          </a:xfrm>
        </p:spPr>
        <p:txBody>
          <a:bodyPr>
            <a:normAutofit/>
          </a:bodyPr>
          <a:p>
            <a:r>
              <a:rPr lang="zh-CN" altLang="en-US">
                <a:latin typeface="阿里巴巴普惠体 3.0 55 Regular" panose="00020600040101010101" charset="-122"/>
                <a:ea typeface="阿里巴巴普惠体 3.0 55 Regular" panose="00020600040101010101" charset="-122"/>
              </a:rPr>
              <a:t>海外</a:t>
            </a:r>
            <a:r>
              <a:rPr lang="zh-CN" altLang="en-US">
                <a:latin typeface="阿里巴巴普惠体 3.0 55 Regular" panose="00020600040101010101" charset="-122"/>
                <a:ea typeface="阿里巴巴普惠体 3.0 55 Regular" panose="00020600040101010101" charset="-122"/>
              </a:rPr>
              <a:t>产品认证及计划</a:t>
            </a:r>
            <a:endParaRPr lang="zh-CN" altLang="en-US">
              <a:latin typeface="阿里巴巴普惠体 3.0 55 Regular" panose="00020600040101010101" charset="-122"/>
              <a:ea typeface="阿里巴巴普惠体 3.0 55 Regular" panose="0002060004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0" y="50800"/>
          <a:ext cx="5603240" cy="334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150"/>
                <a:gridCol w="1058545"/>
                <a:gridCol w="948054"/>
                <a:gridCol w="2523490"/>
              </a:tblGrid>
              <a:tr h="360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  <a:sym typeface="+mn-ea"/>
                        </a:rPr>
                        <a:t>BU</a:t>
                      </a:r>
                      <a:endParaRPr lang="en-US" altLang="zh-CN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</a:rPr>
                        <a:t>产品线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</a:rPr>
                        <a:t>型号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</a:rPr>
                        <a:t>频段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WSN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LoRaWAN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WB25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860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- 930MHz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WSN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LoRaWAN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WB26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860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- 930MHz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WSN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LoRaWAN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LP26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902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-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928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WSN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LoRaWAN</a:t>
                      </a: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网关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IG41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CN470/EU868/RU864/IN865/US915/AU915/KR920/AS923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WSN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LoRaWAN</a:t>
                      </a: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网关</a:t>
                      </a:r>
                      <a:endParaRPr lang="zh-CN" altLang="en-US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OG45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C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N470/EU868/US915/AU915/KR920/AS923/RU864/IN865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WSN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LoRa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WP35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863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 -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930MHz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2400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 -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2500MHz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WSN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LoRa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QB20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860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 -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930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WSN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组网</a:t>
                      </a:r>
                      <a:endParaRPr lang="zh-CN" altLang="en-US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WB28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863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 -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870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sym typeface="+mn-ea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902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 -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928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MHz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924550" y="4011930"/>
          <a:ext cx="5289550" cy="2376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065"/>
                <a:gridCol w="1016635"/>
                <a:gridCol w="1108075"/>
                <a:gridCol w="2263775"/>
              </a:tblGrid>
              <a:tr h="3606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  <a:sym typeface="+mn-ea"/>
                        </a:rPr>
                        <a:t>BU</a:t>
                      </a:r>
                      <a:endParaRPr lang="en-US" altLang="zh-CN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  <a:sym typeface="+mn-ea"/>
                        </a:rPr>
                        <a:t>产品线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</a:rPr>
                        <a:t>型号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</a:rPr>
                        <a:t>频段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WLAN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标准</a:t>
                      </a: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Wi-Fi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DB6L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</a:rPr>
                        <a:t>2.4G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WLAN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标准</a:t>
                      </a: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Wi-Fi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UB6L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2.4G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WLAN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标准</a:t>
                      </a: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Wi-Fi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UB61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2.4G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WLAN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标准</a:t>
                      </a: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Wi-Fi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UB64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</a:rPr>
                        <a:t>2.4G / 5.8G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WLAN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IoT </a:t>
                      </a: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Wi-Fi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YB86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2.4G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WLAN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IoT </a:t>
                      </a: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Wi-Fi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WF39B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2.4G / 5.8G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WLAN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IoT </a:t>
                      </a: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Wi-Fi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WF29A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2.4G / 5.8G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0" y="3611245"/>
          <a:ext cx="5624195" cy="278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905"/>
                <a:gridCol w="1109980"/>
                <a:gridCol w="948690"/>
                <a:gridCol w="2547620"/>
              </a:tblGrid>
              <a:tr h="360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  <a:sym typeface="+mn-ea"/>
                        </a:rPr>
                        <a:t>BU</a:t>
                      </a:r>
                      <a:endParaRPr lang="en-US" altLang="zh-CN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  <a:sym typeface="+mn-ea"/>
                        </a:rPr>
                        <a:t>产品线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</a:rPr>
                        <a:t>型号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  <a:sym typeface="+mn-ea"/>
                        </a:rPr>
                        <a:t>频段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C-IoT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NB-IoT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MB26-AGL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</a:rPr>
                        <a:t>B03/B05/B08/B20/B28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C-IoT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Cat.1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NT26-FEU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LTE-FDD: B1/3/5/7/8/20/28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LTE-TDD: B38/40/41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C-IoT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Cat.1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NT26-FJP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</a:rPr>
                        <a:t>LTE-FDD: B1/3/8/18/19/26/28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</a:rPr>
                        <a:t>LTE-TDD: B41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C-IoT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Cat.1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NT26-FNA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</a:rPr>
                        <a:t>LTE-FDD: B2/4/5/12/13/25/66/71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C-IoT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Cat.1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NT26-FLA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</a:rPr>
                        <a:t>LTE-FDD: B2/3/4/5/7/8/28/66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C-IoT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Cat.1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NT26-FGL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</a:rPr>
                        <a:t>LTE-FDD:  B1/2/3/4/5/7/8/12/13 /14/18/19/20/25/26/28 /66/71                                                                                                                                                                                     LTE-TDD: 34/38/39/40/41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阿里巴巴普惠体 2.0 55 Regular" panose="00020600040101010101" charset="-122"/>
                        <a:ea typeface="阿里巴巴普惠体 2.0 55 Regular" panose="00020600040101010101" charset="-122"/>
                        <a:cs typeface="阿里巴巴普惠体 2.0 55 Regular" panose="00020600040101010101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4"/>
            </p:custDataLst>
          </p:nvPr>
        </p:nvGraphicFramePr>
        <p:xfrm>
          <a:off x="5924550" y="50800"/>
          <a:ext cx="5320665" cy="3560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065"/>
                <a:gridCol w="1016000"/>
                <a:gridCol w="1099185"/>
                <a:gridCol w="2304415"/>
              </a:tblGrid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  <a:sym typeface="+mn-ea"/>
                        </a:rPr>
                        <a:t>BU</a:t>
                      </a:r>
                      <a:endParaRPr lang="en-US" altLang="zh-CN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  <a:sym typeface="+mn-ea"/>
                        </a:rPr>
                        <a:t>产品线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</a:rPr>
                        <a:t>型号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cs typeface="阿里巴巴普惠体 3.0 55 Regular" panose="00020600040101010101" charset="-122"/>
                        </a:rPr>
                        <a:t>描述</a:t>
                      </a:r>
                      <a:endParaRPr lang="zh-CN" altLang="en-US" sz="14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cs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EA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工控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IC500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NXP I.MX6ULL 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lvl="0" algn="ctr">
                        <a:buClrTx/>
                        <a:buSzTx/>
                        <a:buFontTx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工控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IC501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NXP I.MX6ULL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工控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IC530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ST  MP135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工控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IC550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T113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工控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IC630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RTL 8730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工控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IC610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ST MP255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工控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IC862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RK3562/RK3562J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阿里巴巴普惠体 2.0 55 Regular" panose="00020600040101010101" charset="-122"/>
                          <a:ea typeface="阿里巴巴普惠体 2.0 55 Regular" panose="00020600040101010101" charset="-122"/>
                          <a:cs typeface="阿里巴巴普惠体 2.0 55 Regular" panose="00020600040101010101" charset="-122"/>
                          <a:sym typeface="+mn-ea"/>
                        </a:rPr>
                        <a:t>工控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IC800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R</a:t>
                      </a: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K3568B2/RK3568J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终端</a:t>
                      </a:r>
                      <a:endParaRPr lang="zh-CN" altLang="en-US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MX880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</a:rPr>
                        <a:t>网关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终端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TE700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CPE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终端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TE550 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>
                          <a:latin typeface="阿里巴巴普惠体 3.0 55 Regular" panose="00020600040101010101" charset="-122"/>
                          <a:ea typeface="阿里巴巴普惠体 3.0 55 Regular" panose="00020600040101010101" charset="-122"/>
                          <a:sym typeface="+mn-ea"/>
                        </a:rPr>
                        <a:t>Redcap MIFI</a:t>
                      </a:r>
                      <a:endParaRPr lang="en-US" altLang="zh-CN" sz="1200">
                        <a:latin typeface="阿里巴巴普惠体 3.0 55 Regular" panose="00020600040101010101" charset="-122"/>
                        <a:ea typeface="阿里巴巴普惠体 3.0 55 Regular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97.xml><?xml version="1.0" encoding="utf-8"?>
<p:tagLst xmlns:p="http://schemas.openxmlformats.org/presentationml/2006/main">
  <p:tag name="TABLE_ENDDRAG_ORIGIN_RECT" val="837*232"/>
  <p:tag name="TABLE_ENDDRAG_RECT" val="61*254*837*232"/>
</p:tagLst>
</file>

<file path=ppt/tags/tag98.xml><?xml version="1.0" encoding="utf-8"?>
<p:tagLst xmlns:p="http://schemas.openxmlformats.org/presentationml/2006/main">
  <p:tag name="TABLE_ENDDRAG_ORIGIN_RECT" val="837*232"/>
  <p:tag name="TABLE_ENDDRAG_RECT" val="61*254*837*232"/>
</p:tagLst>
</file>

<file path=ppt/tags/tag99.xml><?xml version="1.0" encoding="utf-8"?>
<p:tagLst xmlns:p="http://schemas.openxmlformats.org/presentationml/2006/main">
  <p:tag name="TABLE_ENDDRAG_ORIGIN_RECT" val="442*228"/>
  <p:tag name="TABLE_ENDDRAG_RECT" val="463*226*442*228"/>
</p:tagLst>
</file>

<file path=ppt/tags/tag100.xml><?xml version="1.0" encoding="utf-8"?>
<p:tagLst xmlns:p="http://schemas.openxmlformats.org/presentationml/2006/main">
  <p:tag name="TABLE_ENDDRAG_ORIGIN_RECT" val="837*232"/>
  <p:tag name="TABLE_ENDDRAG_RECT" val="61*254*837*232"/>
</p:tagLst>
</file>

<file path=ppt/tags/tag101.xml><?xml version="1.0" encoding="utf-8"?>
<p:tagLst xmlns:p="http://schemas.openxmlformats.org/presentationml/2006/main">
  <p:tag name="resource_record_key" val="{&quot;29&quot;:[50000140,50000199,50000207,500524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阿里巴巴普惠体 2.0 55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 2.0 55 Regular"/>
        <a:ea typeface=""/>
        <a:cs typeface=""/>
        <a:font script="Jpan" typeface="ＭＳ Ｐゴシック"/>
        <a:font script="Hang" typeface="맑은 고딕"/>
        <a:font script="Hans" typeface="阿里巴巴普惠体 2.0 55 Regular"/>
        <a:font script="Hant" typeface="新細明體"/>
        <a:font script="Arab" typeface="阿里巴巴普惠体 2.0 55 Regular"/>
        <a:font script="Hebr" typeface="阿里巴巴普惠体 2.0 55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 2.0 55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1246</Words>
  <Application>WPS 演示</Application>
  <PresentationFormat>宽屏</PresentationFormat>
  <Paragraphs>278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阿里巴巴普惠体 2.0 45 Light</vt:lpstr>
      <vt:lpstr>阿里巴巴普惠体 2.0 55 Regular</vt:lpstr>
      <vt:lpstr>阿里巴巴普惠体 2.0 65 Medium</vt:lpstr>
      <vt:lpstr>阿里巴巴普惠体 2.0 105 Heavy</vt:lpstr>
      <vt:lpstr>微软雅黑</vt:lpstr>
      <vt:lpstr>Wingdings</vt:lpstr>
      <vt:lpstr>阿里巴巴普惠体 3.0 55 Regular</vt:lpstr>
      <vt:lpstr>Arial Unicode MS</vt:lpstr>
      <vt:lpstr>Calibri</vt:lpstr>
      <vt:lpstr>DingTalk JinBuTi</vt:lpstr>
      <vt:lpstr>Segoe Print</vt:lpstr>
      <vt:lpstr>黑体</vt:lpstr>
      <vt:lpstr>HONOR Sans CN Medium</vt:lpstr>
      <vt:lpstr>WPS</vt:lpstr>
      <vt:lpstr>Office 主题</vt:lpstr>
      <vt:lpstr>WSN海外主推产品资料包</vt:lpstr>
      <vt:lpstr>海外产品认证及计划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海外主推产品</dc:title>
  <dc:creator/>
  <cp:lastModifiedBy>Aramis</cp:lastModifiedBy>
  <cp:revision>9</cp:revision>
  <dcterms:created xsi:type="dcterms:W3CDTF">2026-04-25T13:52:52Z</dcterms:created>
  <dcterms:modified xsi:type="dcterms:W3CDTF">2026-04-25T14:49:06Z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12CF905664F742D9B0DF37260059CB3D_12</vt:lpwstr>
  </property>
</Properties>
</file>